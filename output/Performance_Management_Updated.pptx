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image21.svg" ContentType="image/svg+xml"/>
  <Override PartName="/ppt/media/image23.svg" ContentType="image/svg+xml"/>
  <Override PartName="/ppt/media/image25.svg" ContentType="image/svg+xml"/>
  <Override PartName="/ppt/media/image2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02" r:id="rId4"/>
  </p:sldMasterIdLst>
  <p:notesMasterIdLst>
    <p:notesMasterId r:id="rId15"/>
  </p:notesMasterIdLst>
  <p:sldIdLst>
    <p:sldId id="2147480689" r:id="rId5"/>
    <p:sldId id="2147481410" r:id="rId6"/>
    <p:sldId id="2147481152" r:id="rId7"/>
    <p:sldId id="2147481401" r:id="rId8"/>
    <p:sldId id="2147481405" r:id="rId9"/>
    <p:sldId id="2147481302" r:id="rId10"/>
    <p:sldId id="2147481400" r:id="rId11"/>
    <p:sldId id="2147481404" r:id="rId12"/>
    <p:sldId id="2147481402" r:id="rId13"/>
    <p:sldId id="2147481403"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F28B670-79DF-435B-A796-49C4D6BA90EC}">
          <p14:sldIdLst>
            <p14:sldId id="2147480689"/>
            <p14:sldId id="2147481410"/>
            <p14:sldId id="2147481152"/>
            <p14:sldId id="2147481401"/>
            <p14:sldId id="2147481405"/>
            <p14:sldId id="2147481302"/>
            <p14:sldId id="2147481400"/>
            <p14:sldId id="2147481404"/>
            <p14:sldId id="2147481402"/>
            <p14:sldId id="214748140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42B500-1F4A-4D7B-5F05-558D7AAA06FC}" name="Elea Lai" initials="EL" userId="S::ELai1@paylocity.com::fe59eafa-2427-4618-aa92-2141e5adf441" providerId="AD"/>
  <p188:author id="{A87F3B01-8992-9E6F-7519-2172FF07D7EE}" name="Jesse Ranto" initials="JR" userId="S::jranto@paylocity.com::81107716-4621-41fd-bf03-95667d290a06" providerId="AD"/>
  <p188:author id="{BB5D5605-86E8-0D74-1680-B5103674876C}" name="Steve Lensi" initials="SL" userId="S::slensi@paylocity.com::af1e115d-2b59-4c60-ae53-c0dd5993286f" providerId="AD"/>
  <p188:author id="{21567E05-1B16-F782-3BFB-B179AB2F1145}" name="Matt Hoff" initials="MH" userId="S::MHoff@Paylocity.com::821df984-1f72-42e2-8292-3185e4f24149" providerId="AD"/>
  <p188:author id="{A7DF3808-761C-8399-727D-FAEB53525C7E}" name="Chris Sgro" initials="CS" userId="S::CSgro@Paylocity.com::f3358696-b21f-4a0e-af9e-698c9d5fefd4" providerId="AD"/>
  <p188:author id="{0A66780F-7FFD-664E-94A7-F2A9C2715363}" name="Kayla Nedza" initials="" userId="S::KNedza@paylocity.com::f340c9c7-c2bb-458a-a904-9d600b648673" providerId="AD"/>
  <p188:author id="{3EC0B70F-A1CD-B6E3-E95C-9A932AE843DE}" name="Pragyna Singireddy" initials="PS" userId="S::psingireddy@paylocity.com::ff8e639a-d89a-4a00-8e71-6bdf00a2af47" providerId="AD"/>
  <p188:author id="{BC8A071B-32B4-56A3-55A0-4CF2D4D3D043}" name="Michael Tumblin" initials="MT" userId="S::mtumblin@paylocity.com::6df46d61-21eb-422f-818c-0a567ce5a9e7" providerId="AD"/>
  <p188:author id="{2BB98D1B-9D19-B431-F88B-60144AE9477B}" name="Tatiana Jordan" initials="TJ" userId="S::TJordan2@Paylocity.com::9bb37a22-27da-474d-a7dc-ce3ea495e81d" providerId="AD"/>
  <p188:author id="{46BBD11B-F2FD-EA5B-198B-B47350B587F2}" name="Deepti Garladinne" initials="DG" userId="S::dgarladinne@paylocity.com::1a991ce4-a598-4e4f-9a40-f8a5bf6a101c" providerId="AD"/>
  <p188:author id="{421EAA1C-1FF6-4BAC-93CE-D0C5BAB713CC}" name="Joe Deng" initials="JD" userId="S::jdeng@paylocity.com::d836e697-5dbc-426d-8c26-2164372cc9c4" providerId="AD"/>
  <p188:author id="{A8BF971E-E25C-F548-5B85-1742331873EB}" name="Mauro Delira" initials="MD" userId="S::mdelira@paylocity.com::57e0260a-6bf7-4709-944f-afde024a56c4" providerId="AD"/>
  <p188:author id="{3101CD24-5B6E-2338-F1C8-E6DA60B48DA3}" name="Michelle Kennedy" initials="MK" userId="S::mkennedy@paylocity.com::63c98667-9def-4abf-aab7-149beee9e996" providerId="AD"/>
  <p188:author id="{DF118726-F3E3-F095-2C48-857CB99B1324}" name="Zach Cox" initials="ZC" userId="S::zcox@paylocity.com::d45748d9-4f3d-4542-af37-fa7823f5e8ff" providerId="AD"/>
  <p188:author id="{32A58A27-F1C2-2FDC-3328-85A05F101D5F}" name="Ruben Crismariu" initials="RC" userId="S::rcrismariu@paylocity.com::0d1d862a-8797-4630-af9c-76e7c1de7662" providerId="AD"/>
  <p188:author id="{A7853128-F860-508B-DA75-D1DC60FA0F84}" name="Omar Al Doori" initials="OA" userId="S::OAlDoori@Paylocity.com::9a55a077-4416-4f9c-93e7-57c1560e8a8c" providerId="AD"/>
  <p188:author id="{5FCF172E-C29A-5B36-EB27-2648844F97FB}" name="Shital Patel" initials="SP" userId="S::spatel@paylocity.com::dd553a32-a023-467c-8e3c-6a52557edd74" providerId="AD"/>
  <p188:author id="{41FF9731-F829-78B2-DBF4-E4BA8671FD07}" name="John Tumbarelli" initials="JT" userId="S::jtumbarelli@paylocity.com::16d3eee8-437f-49ea-ad2c-19ceeb8952dc" providerId="AD"/>
  <p188:author id="{B61C003A-0CF4-BE98-0F55-E38FE69465BC}" name="Sanket Shah" initials="" userId="S::SShah3@Paylocity.com::ef146049-f879-48ef-b619-46e6ceb62642" providerId="AD"/>
  <p188:author id="{67463041-94D4-6296-4134-5A3520750740}" name="Anshul Kumar" initials="AK" userId="S::akumar3@paylocity.com::4f3da175-0098-40bd-b98c-4da931810152" providerId="AD"/>
  <p188:author id="{F57B7A42-7063-BABD-37E2-C353EA841ABA}" name="Jimin Bhuptani" initials="JB" userId="S::jbhuptani@paylocity.com::3963d78b-f3d3-4381-b19d-315f341013e9" providerId="AD"/>
  <p188:author id="{82625F45-CA45-07A0-4BE8-939B9C97D488}" name="Rafael Arana" initials="RA" userId="S::RArana@Paylocity.com::61104630-10b8-46f3-934e-0cd25910cacd" providerId="AD"/>
  <p188:author id="{BF898246-39F7-815D-1EC3-B8762C36D43F}" name="Robert Levy" initials="RL" userId="S::rlevy1@paylocity.com::7e74a54c-0ecd-435b-acee-9a0c90e5e8e9" providerId="AD"/>
  <p188:author id="{B9D13A48-B21E-C242-4FAD-5D7374983508}" name="Palak Desai" initials="PD" userId="S::pdesai@paylocity.com::2a8cbc55-26a9-4187-b74d-a4bf020bca12" providerId="AD"/>
  <p188:author id="{C29A464B-A0F8-105A-366A-B10D4DF4348B}" name="Steve Pawlish" initials="SP" userId="S::spawlish@paylocity.com::40947ab3-50a5-47dc-951a-a3e2b816057f" providerId="AD"/>
  <p188:author id="{48DE984B-4448-D7AC-8E0D-0CD588E5C5E5}" name="Michael Hughes" initials="MH" userId="S::mhughes2@paylocity.com::dd13eed8-664b-4f63-93ac-eb2aae44cf6a" providerId="AD"/>
  <p188:author id="{9BA12E4E-CD36-A8CB-E86D-CCD55F72FF53}" name="Nina Crane" initials="NC" userId="S::ncrane@paylocity.com::2151a005-150d-480c-8d31-e63f272c2bbf" providerId="AD"/>
  <p188:author id="{CDAE3551-AAC1-6EB6-C94E-CCE4BFA1A267}" name="Tomas Hubacek" initials="TH" userId="S::thubacek@paylocity.com::52a7b2fb-baf9-4591-a1b8-73d87eda740b" providerId="AD"/>
  <p188:author id="{ACB53253-1B2E-B1EE-12DE-E5E9270990DC}" name="Andy Urquiaga" initials="AU" userId="S::aurquiaga@paylocity.com::9f838d5f-4292-4823-8a15-d3a6741acda0" providerId="AD"/>
  <p188:author id="{795FB659-2723-FCC7-A553-5A9A0742A43A}" name="Anna McFarland" initials="AM" userId="S::amcfarland@paylocity.com::702217d9-9e8b-4ae6-8b30-e4d4becad0ec" providerId="AD"/>
  <p188:author id="{1020715A-4269-24B5-FF84-209C47739089}" name="Heidi Spychalski" initials="HS" userId="S::hspychalski@paylocity.com::d83b8b35-a13f-477d-934f-bb3f1d3d71e5" providerId="AD"/>
  <p188:author id="{A056375F-88D1-6658-3C22-64E0E09B571F}" name="Amanda Hanson" initials="AH" userId="S::ahanson@paylocity.com::df43ec89-edde-44b3-8b7f-dc6f98fd0ebe" providerId="AD"/>
  <p188:author id="{0794F960-66F5-CFD9-B3AF-F99442FF2101}" name="Robert Brose" initials="RB" userId="S::rbrose@paylocity.com::f9da7db2-b528-444f-a81e-f9af1c4dbd59" providerId="AD"/>
  <p188:author id="{44D66662-F321-D5B9-172B-9E8E807C5594}" name="Kristina Goetz" initials="KG" userId="S::kgoetz@paylocity.com::4cfe9a25-8316-4344-8a7c-829265eaa2ef" providerId="AD"/>
  <p188:author id="{A1526A62-E5A3-492B-F347-BD2C2871838B}" name="Brett Meisinger" initials="BM" userId="S::bmeisinger@paylocity.com::25803ab9-1d3b-412d-9409-c1a586fa6edb" providerId="AD"/>
  <p188:author id="{BED68762-F0D9-E129-8E13-BA894C12985A}" name="Nikhilesh Kshirod Panda" initials="NP" userId="S::nkshirodpanda1@paylocity.com::e25e9bfc-63e1-4235-80ea-923f60d7f9ff" providerId="AD"/>
  <p188:author id="{DB41A769-DCF3-7745-F6A3-CCA169BB3F63}" name="Kurt Zarefoss" initials="KZ" userId="S::kzarefoss@paylocity.com::bcd88d72-2ebc-4d0e-9d64-984a6f50c546" providerId="AD"/>
  <p188:author id="{0FF20E6A-FF47-81B9-FD6F-E2E36F6C28F3}" name="Mauro Delira" initials="MD" userId="S::MDelira@Paylocity.com::57e0260a-6bf7-4709-944f-afde024a56c4" providerId="AD"/>
  <p188:author id="{6C36CA6A-20D0-9A97-98F0-2C932B39CBBE}" name="Kristina Goetz" initials="KG" userId="S::KGoetz@paylocity.com::4cfe9a25-8316-4344-8a7c-829265eaa2ef" providerId="AD"/>
  <p188:author id="{01196A6B-43A2-2340-6173-F548F8117797}" name="Lori Bello" initials="LB" userId="S::lbello@paylocity.com::d5b35f3e-65f0-494a-b435-edfe70592650" providerId="AD"/>
  <p188:author id="{BA52556D-96BD-CA3B-9582-B7BEFA4EF034}" name="Shehjar Tikoo" initials="ST" userId="S::STikoo1@paylocity.com::6d392851-2496-4a39-a7a9-4b6a80f446a3" providerId="AD"/>
  <p188:author id="{B9AB506E-09BF-876F-AF43-2BCF8BAD6792}" name="Tyler Branstetter" initials="TB" userId="S::tbranstetter@paylocity.com::7e578016-4460-49f5-a687-1b51a2d7851c" providerId="AD"/>
  <p188:author id="{963E1A72-5172-3C11-3F09-5D5E0769A5FA}" name="Kathy Barnard" initials="KB" userId="S::KBarnard@paylocity.com::7674b810-c89d-432f-ad16-5ddc8e6ef059" providerId="AD"/>
  <p188:author id="{B4692773-C18F-6EDB-11CF-718ADC91D0FD}" name="Dan Schiff" initials="DS" userId="S::dschiff1@paylocity.com::eea68032-6692-4cf0-a04b-8cc0fcbbf29a" providerId="AD"/>
  <p188:author id="{6DD0B276-630C-9D03-50A8-4C1E2E8D0FA7}" name="Carmela Alcala" initials="CA" userId="S::CAlcala@paylocity.com::83e2fc72-47ec-4499-b171-0f7a73d1b394" providerId="AD"/>
  <p188:author id="{EA3F9A7A-9A30-0F09-C763-C3AFAA28C69D}" name="Agnes Pura" initials="AP" userId="S::apura@paylocity.com::c6da756b-4737-41da-88f7-bead106d87ea" providerId="AD"/>
  <p188:author id="{BB45D57B-0BBD-C70F-8456-A6B1B3D42653}" name="Nachiketas Ramanujam" initials="NR" userId="S::NRamanujam@paylocity.com::9c4ef1d7-5faf-4870-95e1-bae256d332a1" providerId="AD"/>
  <p188:author id="{906EF480-D576-1D9F-FAB6-6918DF05BDFB}" name="Michal Polacko" initials="MP" userId="S::mpolacko@paylocity.com::dc245a46-d40f-47d6-baf6-217e7a94ff41" providerId="AD"/>
  <p188:author id="{055ECC81-BCAA-DD1C-4E73-AAA53B8F7F6C}" name="Jen Kuhs" initials="JK" userId="S::jkuhs@paylocity.com::412fb975-5e13-4359-9f88-2a1baa71b1e2" providerId="AD"/>
  <p188:author id="{3EC27D82-1F3F-77F8-0855-CA9BA0DB5F1A}" name="Paolo Lacche" initials="PL" userId="S::PLacche@paylocity.com::4399d383-412a-4275-a444-81cc1d5ed429" providerId="AD"/>
  <p188:author id="{A4498D84-A06D-43F0-2EDA-44FC3527E56C}" name="Mukul Varma" initials="MV" userId="S::mvarma@paylocity.com::e858b704-f137-44af-9faf-03ba1b0448cc" providerId="AD"/>
  <p188:author id="{789C7885-BF36-54A8-C360-99281B36A57C}" name="Shehjar Tikoo" initials="ST" userId="S::stikoo1@paylocity.com::6d392851-2496-4a39-a7a9-4b6a80f446a3" providerId="AD"/>
  <p188:author id="{E93CA088-CBC1-3152-8B8C-3126E9577349}" name="Rushirajsinh Yadav" initials="RY" userId="S::ryadav@paylocity.com::2c693676-22ab-4e48-a65e-fc22cb8f0b0c" providerId="AD"/>
  <p188:author id="{2B8A4689-196A-BE59-F437-0A0931AACDED}" name="Smita Shankar" initials="SS" userId="S::sshankar@paylocity.com::12bed5c9-ee4b-4388-a0a0-ef475e0a287c" providerId="AD"/>
  <p188:author id="{C7B1D28B-CA95-2C6C-3275-F9837813CDDF}" name="Naresh Patel" initials="" userId="S::npatel2@paylocity.com::908f8b2c-3cda-47de-adff-c514091157bb" providerId="AD"/>
  <p188:author id="{B02AE18B-8AF0-57EA-3F85-FE10B5E1B35E}" name="Manojna Belle" initials="MB" userId="S::mbelle@paylocity.com::b0af18a3-c286-4be5-afb7-401e82a0b150" providerId="AD"/>
  <p188:author id="{85DC8F8F-BB05-C796-A083-B490F32BB747}" name="Arthur North" initials="AN" userId="S::anorth@paylocity.com::f846a461-5644-4dbe-8fc0-90fdc7ea5570" providerId="AD"/>
  <p188:author id="{B67D948F-68A1-3FE6-F30F-D150AFF6496C}" name="Nicki Cardosi" initials="NC" userId="S::NCardosi@paylocity.com::caf3c191-f134-4a40-b808-554fd1282a0b" providerId="AD"/>
  <p188:author id="{4663B991-78EA-26C9-8560-83D813A2D8A1}" name="Chaitanya Kadayinte" initials="CK" userId="S::ckadayinte@paylocity.com::03e42826-4b6a-4dda-92cb-36518bff13f0" providerId="AD"/>
  <p188:author id="{EA892993-E1C8-5AE1-1901-80F213A7B43C}" name="Robert Levy" initials="R" userId="S::RLevy1@paylocity.com::7e74a54c-0ecd-435b-acee-9a0c90e5e8e9" providerId="AD"/>
  <p188:author id="{88FE4B9B-EC3F-B499-1625-CF9A0581EC42}" name="Josh Holzworth" initials="JH" userId="S::jholzworth@paylocity.com::3f315e6f-f00a-4402-a065-de140c53c38a" providerId="AD"/>
  <p188:author id="{C49D9FA8-9A50-1FBD-0B30-D0E270A723B1}" name="Kayla Nedza" initials="KN" userId="S::knedza@paylocity.com::f340c9c7-c2bb-458a-a904-9d600b648673" providerId="AD"/>
  <p188:author id="{66F4E3A8-EF90-4523-230B-9CB62D529A8A}" name="Scott Jucovics" initials="SJ" userId="S::sjucovics@paylocity.com::8d52f265-afd6-4dac-bb82-3e5f14ff9e7c" providerId="AD"/>
  <p188:author id="{DD7E51AA-7468-A092-2F1F-C6F24418D605}" name="Chris Sgro" initials="CS" userId="S::csgro@paylocity.com::f3358696-b21f-4a0e-af9e-698c9d5fefd4" providerId="AD"/>
  <p188:author id="{FF41E8AC-0080-1DB3-55BA-88F5462FE4B1}" name="Robert Brose" initials="" userId="S::RBrose@Paylocity.com::f9da7db2-b528-444f-a81e-f9af1c4dbd59" providerId="AD"/>
  <p188:author id="{36DEC1AE-81F7-1CC5-57BB-4DFF84F88B51}" name="Michael Spivakov" initials="MS" userId="S::mspivakov2@paylocity.com::ba5bb8f3-921b-4a2a-97ea-ddb6ec78d8b2" providerId="AD"/>
  <p188:author id="{BED36AAF-5FCC-1289-1813-4C7A4EA6BC56}" name="Akram Bary" initials="" userId="S::ABary@paylocity.com::859bb4c2-f0fc-46e7-8585-bf63a3b6ac9b" providerId="AD"/>
  <p188:author id="{9CA100B0-59B1-17AC-FAE6-A5A8E780642B}" name="Michal Polacko" initials="MP" userId="S::MPolacko@paylocity.com::dc245a46-d40f-47d6-baf6-217e7a94ff41" providerId="AD"/>
  <p188:author id="{6C95F1B0-CE42-A195-AA85-7EE66E3294DD}" name="Aaron Kneiss" initials="AK" userId="S::akneiss@paylocity.com::2953b34e-3779-4d36-bff5-b778ba8fe530" providerId="AD"/>
  <p188:author id="{932319B1-8035-A81D-26A5-843D691391B5}" name="Aseem Grover" initials="AG" userId="S::AGrover@Paylocity.com::7b91f9b6-5d7c-49b4-bdc0-f518a4a8f007" providerId="AD"/>
  <p188:author id="{68FAF8B1-F812-7C2B-98C1-4DBDC21F4217}" name="Ashley Munk" initials="AM" userId="S::amunk@paylocity.com::969a2f1e-8fd9-4aee-a115-fd5acd378fa6" providerId="AD"/>
  <p188:author id="{174A58B2-7F3B-592B-67C1-5EF3EF1E9F5A}" name="Ryan King" initials="" userId="S::rking@paylocity.com::e9dc7af7-3e61-45b3-b435-aa9e89a1c9fd" providerId="AD"/>
  <p188:author id="{7103A3B3-37BE-5674-FE6A-BB80D2AAB6EC}" name="Nikshep Mehra" initials="NM" userId="S::nmehra@paylocity.com::9c891aef-f92c-45e8-a7e9-dd830d6580bb" providerId="AD"/>
  <p188:author id="{5CDE2BB4-B0ED-802A-3E42-3894594F3C59}" name="Claire Rowlett" initials="CR" userId="S::crowlett@paylocity.com::39dafdd6-8298-4c16-9c3a-a2e75a640581" providerId="AD"/>
  <p188:author id="{E085E7B7-68D3-6AA7-AC86-207DCFCAFE94}" name="Chris Dimick" initials="CD" userId="S::cdimick@paylocity.com::5689c729-5b56-4170-a5c8-b49dc4e57f68" providerId="AD"/>
  <p188:author id="{179825B9-EA22-FC82-D75C-4B74D2F686EA}" name="Fareeha Ali" initials="FA" userId="S::fali@paylocity.com::96c62df7-d0b4-414f-aa88-5bee8d4485b1" providerId="AD"/>
  <p188:author id="{149585BB-4532-7449-DC40-A4AB2EC46D47}" name="Ellen Sagalov" initials="" userId="S::esagalov@paylocity.com::de18fb25-094e-44bd-9d4e-1b8b3a2c8c5a" providerId="AD"/>
  <p188:author id="{47F3F1BD-4AA7-7FD0-4CEB-B3C595899A5D}" name="Sanket Shah" initials="SS" userId="S::sshah3@paylocity.com::ef146049-f879-48ef-b619-46e6ceb62642" providerId="AD"/>
  <p188:author id="{C967E0C0-CFBA-B743-6388-EE5AABFA8C06}" name="David Agress" initials="DA" userId="S::DAgress@paylocity.com::d091f0aa-a007-42f3-9594-d8e2e8a4b133" providerId="AD"/>
  <p188:author id="{8F80AAC5-2A32-F621-D3CB-7CD63F6652FF}" name="Cyrus Mehta" initials="CM" userId="S::CMehta@paylocity.com::99549d50-0107-445a-8f73-cd0e7a1d107a" providerId="AD"/>
  <p188:author id="{B4E5D3CE-7E25-E2E2-AD55-EA02C1061406}" name="Skyler Gold" initials="SG" userId="S::sgold2@paylocity.com::faaaecf4-9115-4c17-aeed-5c1b99a42c04" providerId="AD"/>
  <p188:author id="{D0ECEBCF-0E2F-FE75-5827-96C93061112E}" name="Bogie Szeszko" initials="BS" userId="S::bszeszko@paylocity.com::09afa0b4-98ea-4a57-b233-7be5b792f009" providerId="AD"/>
  <p188:author id="{E60FDED1-E243-C8BB-BF46-8F801E8552F3}" name="Sally Cowans" initials="SS" userId="S::SCowans@paylocity.com::96dd0134-5777-40bc-8c24-33e49678fb1f" providerId="AD"/>
  <p188:author id="{A35230D6-409F-8510-2018-26CE256BA75D}" name="Deepak Senkurichy" initials="DS" userId="S::DSenkurichy@paylocity.com::bd45c4c5-febb-4155-bf3d-22562b85ca89" providerId="AD"/>
  <p188:author id="{2197A1D6-83AE-8918-A4EE-7693DB0CF933}" name="Rishi Gupta" initials="RG" userId="S::rgupta@paylocity.com::96edc8c4-55f8-4a5d-8a6e-6ded4b8be863" providerId="AD"/>
  <p188:author id="{8F9DD3D9-B66B-4959-6229-0E2E68E74606}" name="Alex Neumann" initials="" userId="S::ANeumann@paylocity.com::23e57b88-e300-4f81-89cf-28c3fc4dd9a1" providerId="AD"/>
  <p188:author id="{BA2497DA-CFDC-9BA8-AF5E-621227A8B5FB}" name="Christine Pellini" initials="CP" userId="S::cpellini@paylocity.com::63273d16-dc35-4b12-9ab8-57f3f23ccec2" providerId="AD"/>
  <p188:author id="{B77250DF-6342-AF92-346B-8FE0E16D94B9}" name="Christopher Story" initials="CS" userId="S::cstory@paylocity.com::ec2006c2-327d-44d3-afe3-990c42a7efe9" providerId="AD"/>
  <p188:author id="{9F797ADF-0FCC-3770-BA40-ED6C2D006B2B}" name="Pragyna Singireddy" initials="" userId="S::PSingireddy@Paylocity.com::ff8e639a-d89a-4a00-8e71-6bdf00a2af47" providerId="AD"/>
  <p188:author id="{762908E2-EC1E-FA42-484C-1536618D1B41}" name="Jim Pirraglia" initials="JP" userId="S::jpirraglia@paylocity.com::6a714e93-f134-4da8-a5ab-22cb4dfb2e74" providerId="AD"/>
  <p188:author id="{33CB3BE2-9E2A-F195-1BBC-4AD7C7EAB5D1}" name="Emmanuel Williamson" initials="EW" userId="S::EWilliamson@paylocity.com::ba207f7a-793a-4ce7-bf6f-b954d8fb4f48" providerId="AD"/>
  <p188:author id="{37DF87E3-4279-75A5-4D55-AAD3BF6ACD38}" name="Deepti Garladinne" initials="DG" userId="S::DGarladinne@Paylocity.com::1a991ce4-a598-4e4f-9a40-f8a5bf6a101c" providerId="AD"/>
  <p188:author id="{B7AFBCE7-3538-CA5C-0658-467279C41E2B}" name="Kelly McKiernan" initials="KM" userId="S::kmckiernan@paylocity.com::60f30b37-bb33-429c-95a1-679696462bb8" providerId="AD"/>
  <p188:author id="{2EF410E9-9880-706D-FC55-07F11A0C66E5}" name="Allison Windon" initials="AW" userId="S::awindon@paylocity.com::0c28a89e-9a5c-4b62-bb67-65f8e2172d0f" providerId="AD"/>
  <p188:author id="{D2498BEA-9579-FECB-B8C0-27ADC7516108}" name="Katherine Mitchell" initials="KM" userId="S::KMitchell@Paylocity.com::cd6b9c99-54bd-4e6d-a8a1-b42e792535cf" providerId="AD"/>
  <p188:author id="{40E42AEB-D0F8-2AA9-B4D6-80559140A637}" name="Kim Coelho" initials="KC" userId="S::KCoelho@paylocity.com::a55e7666-1dac-4dfd-a268-279b3d2ef2bd" providerId="AD"/>
  <p188:author id="{A80FAEEB-A142-64D4-B2EE-57D961373491}" name="Alex Benfield" initials="AB" userId="S::abenfield@paylocity.com::09d2650a-54f5-4b4f-91a8-d1cf5e7cb104" providerId="AD"/>
  <p188:author id="{031EA8ED-AE34-02D2-B7F1-707FE94E38BC}" name="Martie Burris" initials="MB" userId="S::mburris@paylocity.com::bc88c57b-d3c2-442f-983c-d8027186a063" providerId="AD"/>
  <p188:author id="{4161B5ED-4361-896B-B8A6-0C0FBF1CBC23}" name="Katherine Mitchell" initials="KM" userId="S::kmitchell@paylocity.com::cd6b9c99-54bd-4e6d-a8a1-b42e792535cf" providerId="AD"/>
  <p188:author id="{66EE3CEE-7908-98B2-A207-FE9F6C3AEAD2}" name="Leo Koenig" initials="LK" userId="S::LKoenig@Paylocity.com::f2781a94-854a-46da-a4c2-acc673ee5639" providerId="AD"/>
  <p188:author id="{BAF075F3-C6D6-2FB0-19AF-FCB231B10A17}" name="Paolo Lacche" initials="PL" userId="S::placche@paylocity.com::4399d383-412a-4275-a444-81cc1d5ed429" providerId="AD"/>
  <p188:author id="{2033A5F5-4446-0A4F-53FD-9FF668AEDB88}" name="Aaron Kneiss" initials="AK" userId="S::AKneiss@paylocity.com::2953b34e-3779-4d36-bff5-b778ba8fe530" providerId="AD"/>
  <p188:author id="{F34C7BF8-7BA4-F504-9425-DAADDFC2E1F3}" name="Ruxandra Levy" initials="RL" userId="S::rlevy2@paylocity.com::bdf57201-82d3-4279-b3c5-b0bb92532b1a" providerId="AD"/>
  <p188:author id="{965F0EF9-0980-0289-5DA2-100B301C14C0}" name="Joe Behnken" initials="" userId="S::jbehnken@paylocity.com::1f7d4972-4da5-429a-9fb1-d4d72400a172" providerId="AD"/>
  <p188:author id="{6CAC4EFC-93CE-34BB-2D24-75041FE27D20}" name="Anna McFarland" initials="AM" userId="S::AMcFarland@Paylocity.com::702217d9-9e8b-4ae6-8b30-e4d4becad0ec" providerId="AD"/>
  <p188:author id="{1DEE1EFE-F66A-8718-B3DB-1B7D6421DCF6}" name="Andriy Striltschuk" initials="AS" userId="S::astriltschuk@paylocity.com::9633d5d8-75d2-4246-a537-4726c6a741eb" providerId="AD"/>
  <p188:author id="{B06ACDFE-9C71-52A8-E9CD-5CFD02DBAECE}" name="Lorrie Foster" initials="LF" userId="S::lfoster@paylocity.com::372b7742-09fc-456d-9d75-0c13071318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AE9F8"/>
    <a:srgbClr val="E8E8E9"/>
    <a:srgbClr val="CDCECF"/>
    <a:srgbClr val="FFFFFF"/>
    <a:srgbClr val="323D48"/>
    <a:srgbClr val="000000"/>
    <a:srgbClr val="F3382E"/>
    <a:srgbClr val="FE8F1B"/>
    <a:srgbClr val="A5A5A5"/>
    <a:srgbClr val="C6B8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69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tags" Target="tags/tag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 Schiff" userId="eea68032-6692-4cf0-a04b-8cc0fcbbf29a" providerId="ADAL" clId="{5248E60F-35E1-4850-B07A-437A47829DF1}"/>
    <pc:docChg chg="delSld modSection">
      <pc:chgData name="Dan Schiff" userId="eea68032-6692-4cf0-a04b-8cc0fcbbf29a" providerId="ADAL" clId="{5248E60F-35E1-4850-B07A-437A47829DF1}" dt="2026-04-01T15:56:10.215" v="18" actId="47"/>
      <pc:docMkLst>
        <pc:docMk/>
      </pc:docMkLst>
      <pc:sldChg chg="del">
        <pc:chgData name="Dan Schiff" userId="eea68032-6692-4cf0-a04b-8cc0fcbbf29a" providerId="ADAL" clId="{5248E60F-35E1-4850-B07A-437A47829DF1}" dt="2026-04-01T15:54:58.890" v="13" actId="47"/>
        <pc:sldMkLst>
          <pc:docMk/>
          <pc:sldMk cId="136860623" sldId="2147481032"/>
        </pc:sldMkLst>
      </pc:sldChg>
      <pc:sldChg chg="del">
        <pc:chgData name="Dan Schiff" userId="eea68032-6692-4cf0-a04b-8cc0fcbbf29a" providerId="ADAL" clId="{5248E60F-35E1-4850-B07A-437A47829DF1}" dt="2026-04-01T15:54:17.826" v="9" actId="47"/>
        <pc:sldMkLst>
          <pc:docMk/>
          <pc:sldMk cId="2231053570" sldId="2147481033"/>
        </pc:sldMkLst>
      </pc:sldChg>
      <pc:sldChg chg="del">
        <pc:chgData name="Dan Schiff" userId="eea68032-6692-4cf0-a04b-8cc0fcbbf29a" providerId="ADAL" clId="{5248E60F-35E1-4850-B07A-437A47829DF1}" dt="2026-04-01T15:56:10.215" v="18" actId="47"/>
        <pc:sldMkLst>
          <pc:docMk/>
          <pc:sldMk cId="2443265824" sldId="2147481038"/>
        </pc:sldMkLst>
      </pc:sldChg>
      <pc:sldChg chg="del">
        <pc:chgData name="Dan Schiff" userId="eea68032-6692-4cf0-a04b-8cc0fcbbf29a" providerId="ADAL" clId="{5248E60F-35E1-4850-B07A-437A47829DF1}" dt="2026-04-01T15:56:10.215" v="18" actId="47"/>
        <pc:sldMkLst>
          <pc:docMk/>
          <pc:sldMk cId="2403866909" sldId="2147481040"/>
        </pc:sldMkLst>
      </pc:sldChg>
      <pc:sldChg chg="del">
        <pc:chgData name="Dan Schiff" userId="eea68032-6692-4cf0-a04b-8cc0fcbbf29a" providerId="ADAL" clId="{5248E60F-35E1-4850-B07A-437A47829DF1}" dt="2026-04-01T15:56:10.215" v="18" actId="47"/>
        <pc:sldMkLst>
          <pc:docMk/>
          <pc:sldMk cId="3826577311" sldId="2147481062"/>
        </pc:sldMkLst>
      </pc:sldChg>
      <pc:sldChg chg="del">
        <pc:chgData name="Dan Schiff" userId="eea68032-6692-4cf0-a04b-8cc0fcbbf29a" providerId="ADAL" clId="{5248E60F-35E1-4850-B07A-437A47829DF1}" dt="2026-04-01T15:56:10.215" v="18" actId="47"/>
        <pc:sldMkLst>
          <pc:docMk/>
          <pc:sldMk cId="2075462718" sldId="2147481064"/>
        </pc:sldMkLst>
      </pc:sldChg>
      <pc:sldChg chg="del">
        <pc:chgData name="Dan Schiff" userId="eea68032-6692-4cf0-a04b-8cc0fcbbf29a" providerId="ADAL" clId="{5248E60F-35E1-4850-B07A-437A47829DF1}" dt="2026-04-01T15:56:10.215" v="18" actId="47"/>
        <pc:sldMkLst>
          <pc:docMk/>
          <pc:sldMk cId="3653200825" sldId="2147481070"/>
        </pc:sldMkLst>
      </pc:sldChg>
      <pc:sldChg chg="del">
        <pc:chgData name="Dan Schiff" userId="eea68032-6692-4cf0-a04b-8cc0fcbbf29a" providerId="ADAL" clId="{5248E60F-35E1-4850-B07A-437A47829DF1}" dt="2026-04-01T15:54:58.890" v="13" actId="47"/>
        <pc:sldMkLst>
          <pc:docMk/>
          <pc:sldMk cId="2618995219" sldId="2147481099"/>
        </pc:sldMkLst>
      </pc:sldChg>
      <pc:sldChg chg="del">
        <pc:chgData name="Dan Schiff" userId="eea68032-6692-4cf0-a04b-8cc0fcbbf29a" providerId="ADAL" clId="{5248E60F-35E1-4850-B07A-437A47829DF1}" dt="2026-04-01T15:56:10.215" v="18" actId="47"/>
        <pc:sldMkLst>
          <pc:docMk/>
          <pc:sldMk cId="1533948955" sldId="2147481122"/>
        </pc:sldMkLst>
      </pc:sldChg>
      <pc:sldChg chg="del">
        <pc:chgData name="Dan Schiff" userId="eea68032-6692-4cf0-a04b-8cc0fcbbf29a" providerId="ADAL" clId="{5248E60F-35E1-4850-B07A-437A47829DF1}" dt="2026-04-01T15:56:10.215" v="18" actId="47"/>
        <pc:sldMkLst>
          <pc:docMk/>
          <pc:sldMk cId="2083073091" sldId="2147481130"/>
        </pc:sldMkLst>
      </pc:sldChg>
      <pc:sldChg chg="del">
        <pc:chgData name="Dan Schiff" userId="eea68032-6692-4cf0-a04b-8cc0fcbbf29a" providerId="ADAL" clId="{5248E60F-35E1-4850-B07A-437A47829DF1}" dt="2026-04-01T15:55:25.039" v="15" actId="47"/>
        <pc:sldMkLst>
          <pc:docMk/>
          <pc:sldMk cId="3433559039" sldId="2147481138"/>
        </pc:sldMkLst>
      </pc:sldChg>
      <pc:sldChg chg="del">
        <pc:chgData name="Dan Schiff" userId="eea68032-6692-4cf0-a04b-8cc0fcbbf29a" providerId="ADAL" clId="{5248E60F-35E1-4850-B07A-437A47829DF1}" dt="2026-04-01T15:53:44.905" v="0" actId="47"/>
        <pc:sldMkLst>
          <pc:docMk/>
          <pc:sldMk cId="1144929084" sldId="2147481139"/>
        </pc:sldMkLst>
      </pc:sldChg>
      <pc:sldChg chg="del">
        <pc:chgData name="Dan Schiff" userId="eea68032-6692-4cf0-a04b-8cc0fcbbf29a" providerId="ADAL" clId="{5248E60F-35E1-4850-B07A-437A47829DF1}" dt="2026-04-01T15:56:10.215" v="18" actId="47"/>
        <pc:sldMkLst>
          <pc:docMk/>
          <pc:sldMk cId="2036071367" sldId="2147481140"/>
        </pc:sldMkLst>
      </pc:sldChg>
      <pc:sldChg chg="del">
        <pc:chgData name="Dan Schiff" userId="eea68032-6692-4cf0-a04b-8cc0fcbbf29a" providerId="ADAL" clId="{5248E60F-35E1-4850-B07A-437A47829DF1}" dt="2026-04-01T15:56:10.215" v="18" actId="47"/>
        <pc:sldMkLst>
          <pc:docMk/>
          <pc:sldMk cId="1298648683" sldId="2147481142"/>
        </pc:sldMkLst>
      </pc:sldChg>
      <pc:sldChg chg="del">
        <pc:chgData name="Dan Schiff" userId="eea68032-6692-4cf0-a04b-8cc0fcbbf29a" providerId="ADAL" clId="{5248E60F-35E1-4850-B07A-437A47829DF1}" dt="2026-04-01T15:56:10.215" v="18" actId="47"/>
        <pc:sldMkLst>
          <pc:docMk/>
          <pc:sldMk cId="512832478" sldId="2147481145"/>
        </pc:sldMkLst>
      </pc:sldChg>
      <pc:sldChg chg="del">
        <pc:chgData name="Dan Schiff" userId="eea68032-6692-4cf0-a04b-8cc0fcbbf29a" providerId="ADAL" clId="{5248E60F-35E1-4850-B07A-437A47829DF1}" dt="2026-04-01T15:56:10.215" v="18" actId="47"/>
        <pc:sldMkLst>
          <pc:docMk/>
          <pc:sldMk cId="3121187358" sldId="2147481178"/>
        </pc:sldMkLst>
      </pc:sldChg>
      <pc:sldChg chg="del">
        <pc:chgData name="Dan Schiff" userId="eea68032-6692-4cf0-a04b-8cc0fcbbf29a" providerId="ADAL" clId="{5248E60F-35E1-4850-B07A-437A47829DF1}" dt="2026-04-01T15:55:25.039" v="15" actId="47"/>
        <pc:sldMkLst>
          <pc:docMk/>
          <pc:sldMk cId="3542346447" sldId="2147481191"/>
        </pc:sldMkLst>
      </pc:sldChg>
      <pc:sldChg chg="del">
        <pc:chgData name="Dan Schiff" userId="eea68032-6692-4cf0-a04b-8cc0fcbbf29a" providerId="ADAL" clId="{5248E60F-35E1-4850-B07A-437A47829DF1}" dt="2026-04-01T15:56:10.215" v="18" actId="47"/>
        <pc:sldMkLst>
          <pc:docMk/>
          <pc:sldMk cId="584250960" sldId="2147481202"/>
        </pc:sldMkLst>
      </pc:sldChg>
      <pc:sldChg chg="del">
        <pc:chgData name="Dan Schiff" userId="eea68032-6692-4cf0-a04b-8cc0fcbbf29a" providerId="ADAL" clId="{5248E60F-35E1-4850-B07A-437A47829DF1}" dt="2026-04-01T15:56:10.215" v="18" actId="47"/>
        <pc:sldMkLst>
          <pc:docMk/>
          <pc:sldMk cId="3690663349" sldId="2147481203"/>
        </pc:sldMkLst>
      </pc:sldChg>
      <pc:sldChg chg="del">
        <pc:chgData name="Dan Schiff" userId="eea68032-6692-4cf0-a04b-8cc0fcbbf29a" providerId="ADAL" clId="{5248E60F-35E1-4850-B07A-437A47829DF1}" dt="2026-04-01T15:56:10.215" v="18" actId="47"/>
        <pc:sldMkLst>
          <pc:docMk/>
          <pc:sldMk cId="1130246328" sldId="2147481205"/>
        </pc:sldMkLst>
      </pc:sldChg>
      <pc:sldChg chg="del">
        <pc:chgData name="Dan Schiff" userId="eea68032-6692-4cf0-a04b-8cc0fcbbf29a" providerId="ADAL" clId="{5248E60F-35E1-4850-B07A-437A47829DF1}" dt="2026-04-01T15:55:25.039" v="15" actId="47"/>
        <pc:sldMkLst>
          <pc:docMk/>
          <pc:sldMk cId="2651150390" sldId="2147481248"/>
        </pc:sldMkLst>
      </pc:sldChg>
      <pc:sldChg chg="del">
        <pc:chgData name="Dan Schiff" userId="eea68032-6692-4cf0-a04b-8cc0fcbbf29a" providerId="ADAL" clId="{5248E60F-35E1-4850-B07A-437A47829DF1}" dt="2026-04-01T15:56:10.215" v="18" actId="47"/>
        <pc:sldMkLst>
          <pc:docMk/>
          <pc:sldMk cId="804267942" sldId="2147481281"/>
        </pc:sldMkLst>
      </pc:sldChg>
      <pc:sldChg chg="del">
        <pc:chgData name="Dan Schiff" userId="eea68032-6692-4cf0-a04b-8cc0fcbbf29a" providerId="ADAL" clId="{5248E60F-35E1-4850-B07A-437A47829DF1}" dt="2026-04-01T15:56:10.215" v="18" actId="47"/>
        <pc:sldMkLst>
          <pc:docMk/>
          <pc:sldMk cId="210056596" sldId="2147481284"/>
        </pc:sldMkLst>
      </pc:sldChg>
      <pc:sldChg chg="del">
        <pc:chgData name="Dan Schiff" userId="eea68032-6692-4cf0-a04b-8cc0fcbbf29a" providerId="ADAL" clId="{5248E60F-35E1-4850-B07A-437A47829DF1}" dt="2026-04-01T15:56:10.215" v="18" actId="47"/>
        <pc:sldMkLst>
          <pc:docMk/>
          <pc:sldMk cId="3219793311" sldId="2147481289"/>
        </pc:sldMkLst>
      </pc:sldChg>
      <pc:sldChg chg="del">
        <pc:chgData name="Dan Schiff" userId="eea68032-6692-4cf0-a04b-8cc0fcbbf29a" providerId="ADAL" clId="{5248E60F-35E1-4850-B07A-437A47829DF1}" dt="2026-04-01T15:56:10.215" v="18" actId="47"/>
        <pc:sldMkLst>
          <pc:docMk/>
          <pc:sldMk cId="2244276653" sldId="2147481292"/>
        </pc:sldMkLst>
      </pc:sldChg>
      <pc:sldChg chg="del">
        <pc:chgData name="Dan Schiff" userId="eea68032-6692-4cf0-a04b-8cc0fcbbf29a" providerId="ADAL" clId="{5248E60F-35E1-4850-B07A-437A47829DF1}" dt="2026-04-01T15:56:10.215" v="18" actId="47"/>
        <pc:sldMkLst>
          <pc:docMk/>
          <pc:sldMk cId="2497967483" sldId="2147481293"/>
        </pc:sldMkLst>
      </pc:sldChg>
      <pc:sldChg chg="del">
        <pc:chgData name="Dan Schiff" userId="eea68032-6692-4cf0-a04b-8cc0fcbbf29a" providerId="ADAL" clId="{5248E60F-35E1-4850-B07A-437A47829DF1}" dt="2026-04-01T15:56:10.215" v="18" actId="47"/>
        <pc:sldMkLst>
          <pc:docMk/>
          <pc:sldMk cId="2560239843" sldId="2147481295"/>
        </pc:sldMkLst>
      </pc:sldChg>
      <pc:sldChg chg="del">
        <pc:chgData name="Dan Schiff" userId="eea68032-6692-4cf0-a04b-8cc0fcbbf29a" providerId="ADAL" clId="{5248E60F-35E1-4850-B07A-437A47829DF1}" dt="2026-04-01T15:56:10.215" v="18" actId="47"/>
        <pc:sldMkLst>
          <pc:docMk/>
          <pc:sldMk cId="3623975470" sldId="2147481296"/>
        </pc:sldMkLst>
      </pc:sldChg>
      <pc:sldChg chg="del">
        <pc:chgData name="Dan Schiff" userId="eea68032-6692-4cf0-a04b-8cc0fcbbf29a" providerId="ADAL" clId="{5248E60F-35E1-4850-B07A-437A47829DF1}" dt="2026-04-01T15:56:10.215" v="18" actId="47"/>
        <pc:sldMkLst>
          <pc:docMk/>
          <pc:sldMk cId="2236297508" sldId="2147481297"/>
        </pc:sldMkLst>
      </pc:sldChg>
      <pc:sldChg chg="del">
        <pc:chgData name="Dan Schiff" userId="eea68032-6692-4cf0-a04b-8cc0fcbbf29a" providerId="ADAL" clId="{5248E60F-35E1-4850-B07A-437A47829DF1}" dt="2026-04-01T15:55:25.039" v="15" actId="47"/>
        <pc:sldMkLst>
          <pc:docMk/>
          <pc:sldMk cId="2714917839" sldId="2147481298"/>
        </pc:sldMkLst>
      </pc:sldChg>
      <pc:sldChg chg="del">
        <pc:chgData name="Dan Schiff" userId="eea68032-6692-4cf0-a04b-8cc0fcbbf29a" providerId="ADAL" clId="{5248E60F-35E1-4850-B07A-437A47829DF1}" dt="2026-04-01T15:54:17.826" v="9" actId="47"/>
        <pc:sldMkLst>
          <pc:docMk/>
          <pc:sldMk cId="830786571" sldId="2147481303"/>
        </pc:sldMkLst>
      </pc:sldChg>
      <pc:sldChg chg="del">
        <pc:chgData name="Dan Schiff" userId="eea68032-6692-4cf0-a04b-8cc0fcbbf29a" providerId="ADAL" clId="{5248E60F-35E1-4850-B07A-437A47829DF1}" dt="2026-04-01T15:56:10.215" v="18" actId="47"/>
        <pc:sldMkLst>
          <pc:docMk/>
          <pc:sldMk cId="1146376715" sldId="2147481309"/>
        </pc:sldMkLst>
      </pc:sldChg>
      <pc:sldChg chg="del">
        <pc:chgData name="Dan Schiff" userId="eea68032-6692-4cf0-a04b-8cc0fcbbf29a" providerId="ADAL" clId="{5248E60F-35E1-4850-B07A-437A47829DF1}" dt="2026-04-01T15:56:10.215" v="18" actId="47"/>
        <pc:sldMkLst>
          <pc:docMk/>
          <pc:sldMk cId="2415041836" sldId="2147481316"/>
        </pc:sldMkLst>
      </pc:sldChg>
      <pc:sldChg chg="del">
        <pc:chgData name="Dan Schiff" userId="eea68032-6692-4cf0-a04b-8cc0fcbbf29a" providerId="ADAL" clId="{5248E60F-35E1-4850-B07A-437A47829DF1}" dt="2026-04-01T15:56:10.215" v="18" actId="47"/>
        <pc:sldMkLst>
          <pc:docMk/>
          <pc:sldMk cId="3926278336" sldId="2147481318"/>
        </pc:sldMkLst>
      </pc:sldChg>
      <pc:sldChg chg="del">
        <pc:chgData name="Dan Schiff" userId="eea68032-6692-4cf0-a04b-8cc0fcbbf29a" providerId="ADAL" clId="{5248E60F-35E1-4850-B07A-437A47829DF1}" dt="2026-04-01T15:56:10.215" v="18" actId="47"/>
        <pc:sldMkLst>
          <pc:docMk/>
          <pc:sldMk cId="2771666935" sldId="2147481320"/>
        </pc:sldMkLst>
      </pc:sldChg>
      <pc:sldChg chg="del">
        <pc:chgData name="Dan Schiff" userId="eea68032-6692-4cf0-a04b-8cc0fcbbf29a" providerId="ADAL" clId="{5248E60F-35E1-4850-B07A-437A47829DF1}" dt="2026-04-01T15:56:10.215" v="18" actId="47"/>
        <pc:sldMkLst>
          <pc:docMk/>
          <pc:sldMk cId="191527522" sldId="2147481322"/>
        </pc:sldMkLst>
      </pc:sldChg>
      <pc:sldChg chg="del">
        <pc:chgData name="Dan Schiff" userId="eea68032-6692-4cf0-a04b-8cc0fcbbf29a" providerId="ADAL" clId="{5248E60F-35E1-4850-B07A-437A47829DF1}" dt="2026-04-01T15:56:10.215" v="18" actId="47"/>
        <pc:sldMkLst>
          <pc:docMk/>
          <pc:sldMk cId="3173744813" sldId="2147481324"/>
        </pc:sldMkLst>
      </pc:sldChg>
      <pc:sldChg chg="del">
        <pc:chgData name="Dan Schiff" userId="eea68032-6692-4cf0-a04b-8cc0fcbbf29a" providerId="ADAL" clId="{5248E60F-35E1-4850-B07A-437A47829DF1}" dt="2026-04-01T15:56:10.215" v="18" actId="47"/>
        <pc:sldMkLst>
          <pc:docMk/>
          <pc:sldMk cId="1316258495" sldId="2147481328"/>
        </pc:sldMkLst>
      </pc:sldChg>
      <pc:sldChg chg="del">
        <pc:chgData name="Dan Schiff" userId="eea68032-6692-4cf0-a04b-8cc0fcbbf29a" providerId="ADAL" clId="{5248E60F-35E1-4850-B07A-437A47829DF1}" dt="2026-04-01T15:56:10.215" v="18" actId="47"/>
        <pc:sldMkLst>
          <pc:docMk/>
          <pc:sldMk cId="994805896" sldId="2147481330"/>
        </pc:sldMkLst>
      </pc:sldChg>
      <pc:sldChg chg="del">
        <pc:chgData name="Dan Schiff" userId="eea68032-6692-4cf0-a04b-8cc0fcbbf29a" providerId="ADAL" clId="{5248E60F-35E1-4850-B07A-437A47829DF1}" dt="2026-04-01T15:56:10.215" v="18" actId="47"/>
        <pc:sldMkLst>
          <pc:docMk/>
          <pc:sldMk cId="3424011501" sldId="2147481331"/>
        </pc:sldMkLst>
      </pc:sldChg>
      <pc:sldChg chg="del">
        <pc:chgData name="Dan Schiff" userId="eea68032-6692-4cf0-a04b-8cc0fcbbf29a" providerId="ADAL" clId="{5248E60F-35E1-4850-B07A-437A47829DF1}" dt="2026-04-01T15:56:10.215" v="18" actId="47"/>
        <pc:sldMkLst>
          <pc:docMk/>
          <pc:sldMk cId="2944693535" sldId="2147481332"/>
        </pc:sldMkLst>
      </pc:sldChg>
      <pc:sldChg chg="del">
        <pc:chgData name="Dan Schiff" userId="eea68032-6692-4cf0-a04b-8cc0fcbbf29a" providerId="ADAL" clId="{5248E60F-35E1-4850-B07A-437A47829DF1}" dt="2026-04-01T15:56:10.215" v="18" actId="47"/>
        <pc:sldMkLst>
          <pc:docMk/>
          <pc:sldMk cId="1646193042" sldId="2147481334"/>
        </pc:sldMkLst>
      </pc:sldChg>
      <pc:sldChg chg="del">
        <pc:chgData name="Dan Schiff" userId="eea68032-6692-4cf0-a04b-8cc0fcbbf29a" providerId="ADAL" clId="{5248E60F-35E1-4850-B07A-437A47829DF1}" dt="2026-04-01T15:56:10.215" v="18" actId="47"/>
        <pc:sldMkLst>
          <pc:docMk/>
          <pc:sldMk cId="262780947" sldId="2147481336"/>
        </pc:sldMkLst>
      </pc:sldChg>
      <pc:sldChg chg="del">
        <pc:chgData name="Dan Schiff" userId="eea68032-6692-4cf0-a04b-8cc0fcbbf29a" providerId="ADAL" clId="{5248E60F-35E1-4850-B07A-437A47829DF1}" dt="2026-04-01T15:56:10.215" v="18" actId="47"/>
        <pc:sldMkLst>
          <pc:docMk/>
          <pc:sldMk cId="745395442" sldId="2147481342"/>
        </pc:sldMkLst>
      </pc:sldChg>
      <pc:sldChg chg="del">
        <pc:chgData name="Dan Schiff" userId="eea68032-6692-4cf0-a04b-8cc0fcbbf29a" providerId="ADAL" clId="{5248E60F-35E1-4850-B07A-437A47829DF1}" dt="2026-04-01T15:56:10.215" v="18" actId="47"/>
        <pc:sldMkLst>
          <pc:docMk/>
          <pc:sldMk cId="2055269166" sldId="2147481343"/>
        </pc:sldMkLst>
      </pc:sldChg>
      <pc:sldChg chg="del">
        <pc:chgData name="Dan Schiff" userId="eea68032-6692-4cf0-a04b-8cc0fcbbf29a" providerId="ADAL" clId="{5248E60F-35E1-4850-B07A-437A47829DF1}" dt="2026-04-01T15:54:17.826" v="9" actId="47"/>
        <pc:sldMkLst>
          <pc:docMk/>
          <pc:sldMk cId="2362559782" sldId="2147481351"/>
        </pc:sldMkLst>
      </pc:sldChg>
      <pc:sldChg chg="del">
        <pc:chgData name="Dan Schiff" userId="eea68032-6692-4cf0-a04b-8cc0fcbbf29a" providerId="ADAL" clId="{5248E60F-35E1-4850-B07A-437A47829DF1}" dt="2026-04-01T15:54:17.826" v="9" actId="47"/>
        <pc:sldMkLst>
          <pc:docMk/>
          <pc:sldMk cId="4145675362" sldId="2147481352"/>
        </pc:sldMkLst>
      </pc:sldChg>
      <pc:sldChg chg="del">
        <pc:chgData name="Dan Schiff" userId="eea68032-6692-4cf0-a04b-8cc0fcbbf29a" providerId="ADAL" clId="{5248E60F-35E1-4850-B07A-437A47829DF1}" dt="2026-04-01T15:54:27.020" v="10" actId="47"/>
        <pc:sldMkLst>
          <pc:docMk/>
          <pc:sldMk cId="2705547194" sldId="2147481353"/>
        </pc:sldMkLst>
      </pc:sldChg>
      <pc:sldChg chg="del">
        <pc:chgData name="Dan Schiff" userId="eea68032-6692-4cf0-a04b-8cc0fcbbf29a" providerId="ADAL" clId="{5248E60F-35E1-4850-B07A-437A47829DF1}" dt="2026-04-01T15:56:10.215" v="18" actId="47"/>
        <pc:sldMkLst>
          <pc:docMk/>
          <pc:sldMk cId="1058975442" sldId="2147481362"/>
        </pc:sldMkLst>
      </pc:sldChg>
      <pc:sldChg chg="del">
        <pc:chgData name="Dan Schiff" userId="eea68032-6692-4cf0-a04b-8cc0fcbbf29a" providerId="ADAL" clId="{5248E60F-35E1-4850-B07A-437A47829DF1}" dt="2026-04-01T15:56:10.215" v="18" actId="47"/>
        <pc:sldMkLst>
          <pc:docMk/>
          <pc:sldMk cId="2234694836" sldId="2147481363"/>
        </pc:sldMkLst>
      </pc:sldChg>
      <pc:sldChg chg="del">
        <pc:chgData name="Dan Schiff" userId="eea68032-6692-4cf0-a04b-8cc0fcbbf29a" providerId="ADAL" clId="{5248E60F-35E1-4850-B07A-437A47829DF1}" dt="2026-04-01T15:56:10.215" v="18" actId="47"/>
        <pc:sldMkLst>
          <pc:docMk/>
          <pc:sldMk cId="203445850" sldId="2147481364"/>
        </pc:sldMkLst>
      </pc:sldChg>
      <pc:sldChg chg="del">
        <pc:chgData name="Dan Schiff" userId="eea68032-6692-4cf0-a04b-8cc0fcbbf29a" providerId="ADAL" clId="{5248E60F-35E1-4850-B07A-437A47829DF1}" dt="2026-04-01T15:56:10.215" v="18" actId="47"/>
        <pc:sldMkLst>
          <pc:docMk/>
          <pc:sldMk cId="2324838386" sldId="2147481365"/>
        </pc:sldMkLst>
      </pc:sldChg>
      <pc:sldChg chg="del">
        <pc:chgData name="Dan Schiff" userId="eea68032-6692-4cf0-a04b-8cc0fcbbf29a" providerId="ADAL" clId="{5248E60F-35E1-4850-B07A-437A47829DF1}" dt="2026-04-01T15:56:10.215" v="18" actId="47"/>
        <pc:sldMkLst>
          <pc:docMk/>
          <pc:sldMk cId="1221205778" sldId="2147481366"/>
        </pc:sldMkLst>
      </pc:sldChg>
      <pc:sldChg chg="del">
        <pc:chgData name="Dan Schiff" userId="eea68032-6692-4cf0-a04b-8cc0fcbbf29a" providerId="ADAL" clId="{5248E60F-35E1-4850-B07A-437A47829DF1}" dt="2026-04-01T15:56:10.215" v="18" actId="47"/>
        <pc:sldMkLst>
          <pc:docMk/>
          <pc:sldMk cId="1488109018" sldId="2147481367"/>
        </pc:sldMkLst>
      </pc:sldChg>
      <pc:sldChg chg="del">
        <pc:chgData name="Dan Schiff" userId="eea68032-6692-4cf0-a04b-8cc0fcbbf29a" providerId="ADAL" clId="{5248E60F-35E1-4850-B07A-437A47829DF1}" dt="2026-04-01T15:56:10.215" v="18" actId="47"/>
        <pc:sldMkLst>
          <pc:docMk/>
          <pc:sldMk cId="4097053347" sldId="2147481368"/>
        </pc:sldMkLst>
      </pc:sldChg>
      <pc:sldChg chg="del">
        <pc:chgData name="Dan Schiff" userId="eea68032-6692-4cf0-a04b-8cc0fcbbf29a" providerId="ADAL" clId="{5248E60F-35E1-4850-B07A-437A47829DF1}" dt="2026-04-01T15:56:10.215" v="18" actId="47"/>
        <pc:sldMkLst>
          <pc:docMk/>
          <pc:sldMk cId="3897836227" sldId="2147481369"/>
        </pc:sldMkLst>
      </pc:sldChg>
      <pc:sldChg chg="del">
        <pc:chgData name="Dan Schiff" userId="eea68032-6692-4cf0-a04b-8cc0fcbbf29a" providerId="ADAL" clId="{5248E60F-35E1-4850-B07A-437A47829DF1}" dt="2026-04-01T15:54:48.080" v="12" actId="47"/>
        <pc:sldMkLst>
          <pc:docMk/>
          <pc:sldMk cId="2683079290" sldId="2147481376"/>
        </pc:sldMkLst>
      </pc:sldChg>
      <pc:sldChg chg="del">
        <pc:chgData name="Dan Schiff" userId="eea68032-6692-4cf0-a04b-8cc0fcbbf29a" providerId="ADAL" clId="{5248E60F-35E1-4850-B07A-437A47829DF1}" dt="2026-04-01T15:55:25.039" v="15" actId="47"/>
        <pc:sldMkLst>
          <pc:docMk/>
          <pc:sldMk cId="4144343383" sldId="2147481384"/>
        </pc:sldMkLst>
      </pc:sldChg>
      <pc:sldChg chg="del">
        <pc:chgData name="Dan Schiff" userId="eea68032-6692-4cf0-a04b-8cc0fcbbf29a" providerId="ADAL" clId="{5248E60F-35E1-4850-B07A-437A47829DF1}" dt="2026-04-01T15:55:25.039" v="15" actId="47"/>
        <pc:sldMkLst>
          <pc:docMk/>
          <pc:sldMk cId="2404419522" sldId="2147481385"/>
        </pc:sldMkLst>
      </pc:sldChg>
      <pc:sldChg chg="del">
        <pc:chgData name="Dan Schiff" userId="eea68032-6692-4cf0-a04b-8cc0fcbbf29a" providerId="ADAL" clId="{5248E60F-35E1-4850-B07A-437A47829DF1}" dt="2026-04-01T15:55:25.039" v="15" actId="47"/>
        <pc:sldMkLst>
          <pc:docMk/>
          <pc:sldMk cId="3519145784" sldId="2147481386"/>
        </pc:sldMkLst>
      </pc:sldChg>
      <pc:sldChg chg="del">
        <pc:chgData name="Dan Schiff" userId="eea68032-6692-4cf0-a04b-8cc0fcbbf29a" providerId="ADAL" clId="{5248E60F-35E1-4850-B07A-437A47829DF1}" dt="2026-04-01T15:55:34.846" v="16" actId="47"/>
        <pc:sldMkLst>
          <pc:docMk/>
          <pc:sldMk cId="3235240094" sldId="2147481389"/>
        </pc:sldMkLst>
      </pc:sldChg>
      <pc:sldChg chg="del">
        <pc:chgData name="Dan Schiff" userId="eea68032-6692-4cf0-a04b-8cc0fcbbf29a" providerId="ADAL" clId="{5248E60F-35E1-4850-B07A-437A47829DF1}" dt="2026-04-01T15:56:10.215" v="18" actId="47"/>
        <pc:sldMkLst>
          <pc:docMk/>
          <pc:sldMk cId="2708939574" sldId="2147481392"/>
        </pc:sldMkLst>
      </pc:sldChg>
      <pc:sldChg chg="del">
        <pc:chgData name="Dan Schiff" userId="eea68032-6692-4cf0-a04b-8cc0fcbbf29a" providerId="ADAL" clId="{5248E60F-35E1-4850-B07A-437A47829DF1}" dt="2026-04-01T15:53:44.905" v="0" actId="47"/>
        <pc:sldMkLst>
          <pc:docMk/>
          <pc:sldMk cId="2132491870" sldId="2147481399"/>
        </pc:sldMkLst>
      </pc:sldChg>
      <pc:sldChg chg="del">
        <pc:chgData name="Dan Schiff" userId="eea68032-6692-4cf0-a04b-8cc0fcbbf29a" providerId="ADAL" clId="{5248E60F-35E1-4850-B07A-437A47829DF1}" dt="2026-04-01T15:53:44.905" v="0" actId="47"/>
        <pc:sldMkLst>
          <pc:docMk/>
          <pc:sldMk cId="3044464034" sldId="2147481409"/>
        </pc:sldMkLst>
      </pc:sldChg>
      <pc:sldChg chg="del">
        <pc:chgData name="Dan Schiff" userId="eea68032-6692-4cf0-a04b-8cc0fcbbf29a" providerId="ADAL" clId="{5248E60F-35E1-4850-B07A-437A47829DF1}" dt="2026-04-01T15:53:57.153" v="2" actId="47"/>
        <pc:sldMkLst>
          <pc:docMk/>
          <pc:sldMk cId="3782138069" sldId="2147481411"/>
        </pc:sldMkLst>
      </pc:sldChg>
      <pc:sldChg chg="del">
        <pc:chgData name="Dan Schiff" userId="eea68032-6692-4cf0-a04b-8cc0fcbbf29a" providerId="ADAL" clId="{5248E60F-35E1-4850-B07A-437A47829DF1}" dt="2026-04-01T15:56:10.215" v="18" actId="47"/>
        <pc:sldMkLst>
          <pc:docMk/>
          <pc:sldMk cId="560416719" sldId="2147481412"/>
        </pc:sldMkLst>
      </pc:sldChg>
      <pc:sldChg chg="del">
        <pc:chgData name="Dan Schiff" userId="eea68032-6692-4cf0-a04b-8cc0fcbbf29a" providerId="ADAL" clId="{5248E60F-35E1-4850-B07A-437A47829DF1}" dt="2026-04-01T15:56:10.215" v="18" actId="47"/>
        <pc:sldMkLst>
          <pc:docMk/>
          <pc:sldMk cId="3319989590" sldId="2147481413"/>
        </pc:sldMkLst>
      </pc:sldChg>
      <pc:sldChg chg="del">
        <pc:chgData name="Dan Schiff" userId="eea68032-6692-4cf0-a04b-8cc0fcbbf29a" providerId="ADAL" clId="{5248E60F-35E1-4850-B07A-437A47829DF1}" dt="2026-04-01T15:56:10.215" v="18" actId="47"/>
        <pc:sldMkLst>
          <pc:docMk/>
          <pc:sldMk cId="3936115456" sldId="2147481414"/>
        </pc:sldMkLst>
      </pc:sldChg>
      <pc:sldChg chg="del">
        <pc:chgData name="Dan Schiff" userId="eea68032-6692-4cf0-a04b-8cc0fcbbf29a" providerId="ADAL" clId="{5248E60F-35E1-4850-B07A-437A47829DF1}" dt="2026-04-01T15:56:10.215" v="18" actId="47"/>
        <pc:sldMkLst>
          <pc:docMk/>
          <pc:sldMk cId="1546716016" sldId="2147481415"/>
        </pc:sldMkLst>
      </pc:sldChg>
      <pc:sldChg chg="del">
        <pc:chgData name="Dan Schiff" userId="eea68032-6692-4cf0-a04b-8cc0fcbbf29a" providerId="ADAL" clId="{5248E60F-35E1-4850-B07A-437A47829DF1}" dt="2026-04-01T15:56:10.215" v="18" actId="47"/>
        <pc:sldMkLst>
          <pc:docMk/>
          <pc:sldMk cId="2344487306" sldId="2147481416"/>
        </pc:sldMkLst>
      </pc:sldChg>
      <pc:sldChg chg="del">
        <pc:chgData name="Dan Schiff" userId="eea68032-6692-4cf0-a04b-8cc0fcbbf29a" providerId="ADAL" clId="{5248E60F-35E1-4850-B07A-437A47829DF1}" dt="2026-04-01T15:56:10.215" v="18" actId="47"/>
        <pc:sldMkLst>
          <pc:docMk/>
          <pc:sldMk cId="3370407195" sldId="2147481417"/>
        </pc:sldMkLst>
      </pc:sldChg>
      <pc:sldChg chg="del">
        <pc:chgData name="Dan Schiff" userId="eea68032-6692-4cf0-a04b-8cc0fcbbf29a" providerId="ADAL" clId="{5248E60F-35E1-4850-B07A-437A47829DF1}" dt="2026-04-01T15:56:10.215" v="18" actId="47"/>
        <pc:sldMkLst>
          <pc:docMk/>
          <pc:sldMk cId="2936921996" sldId="2147481418"/>
        </pc:sldMkLst>
      </pc:sldChg>
      <pc:sldChg chg="del">
        <pc:chgData name="Dan Schiff" userId="eea68032-6692-4cf0-a04b-8cc0fcbbf29a" providerId="ADAL" clId="{5248E60F-35E1-4850-B07A-437A47829DF1}" dt="2026-04-01T15:53:59.135" v="3" actId="47"/>
        <pc:sldMkLst>
          <pc:docMk/>
          <pc:sldMk cId="24003932" sldId="2147481419"/>
        </pc:sldMkLst>
      </pc:sldChg>
      <pc:sldChg chg="del">
        <pc:chgData name="Dan Schiff" userId="eea68032-6692-4cf0-a04b-8cc0fcbbf29a" providerId="ADAL" clId="{5248E60F-35E1-4850-B07A-437A47829DF1}" dt="2026-04-01T15:54:00.258" v="4" actId="47"/>
        <pc:sldMkLst>
          <pc:docMk/>
          <pc:sldMk cId="546607964" sldId="2147481420"/>
        </pc:sldMkLst>
      </pc:sldChg>
      <pc:sldChg chg="del">
        <pc:chgData name="Dan Schiff" userId="eea68032-6692-4cf0-a04b-8cc0fcbbf29a" providerId="ADAL" clId="{5248E60F-35E1-4850-B07A-437A47829DF1}" dt="2026-04-01T15:54:01.671" v="6" actId="47"/>
        <pc:sldMkLst>
          <pc:docMk/>
          <pc:sldMk cId="812031501" sldId="2147481421"/>
        </pc:sldMkLst>
      </pc:sldChg>
      <pc:sldChg chg="del">
        <pc:chgData name="Dan Schiff" userId="eea68032-6692-4cf0-a04b-8cc0fcbbf29a" providerId="ADAL" clId="{5248E60F-35E1-4850-B07A-437A47829DF1}" dt="2026-04-01T15:54:02.703" v="7" actId="47"/>
        <pc:sldMkLst>
          <pc:docMk/>
          <pc:sldMk cId="3728873615" sldId="2147481422"/>
        </pc:sldMkLst>
      </pc:sldChg>
      <pc:sldChg chg="del">
        <pc:chgData name="Dan Schiff" userId="eea68032-6692-4cf0-a04b-8cc0fcbbf29a" providerId="ADAL" clId="{5248E60F-35E1-4850-B07A-437A47829DF1}" dt="2026-04-01T15:54:17.826" v="9" actId="47"/>
        <pc:sldMkLst>
          <pc:docMk/>
          <pc:sldMk cId="388417526" sldId="2147481423"/>
        </pc:sldMkLst>
      </pc:sldChg>
      <pc:sldChg chg="del">
        <pc:chgData name="Dan Schiff" userId="eea68032-6692-4cf0-a04b-8cc0fcbbf29a" providerId="ADAL" clId="{5248E60F-35E1-4850-B07A-437A47829DF1}" dt="2026-04-01T15:54:17.826" v="9" actId="47"/>
        <pc:sldMkLst>
          <pc:docMk/>
          <pc:sldMk cId="39263168" sldId="2147481424"/>
        </pc:sldMkLst>
      </pc:sldChg>
      <pc:sldChg chg="del">
        <pc:chgData name="Dan Schiff" userId="eea68032-6692-4cf0-a04b-8cc0fcbbf29a" providerId="ADAL" clId="{5248E60F-35E1-4850-B07A-437A47829DF1}" dt="2026-04-01T15:54:27.020" v="10" actId="47"/>
        <pc:sldMkLst>
          <pc:docMk/>
          <pc:sldMk cId="3049362050" sldId="2147481425"/>
        </pc:sldMkLst>
      </pc:sldChg>
      <pc:sldChg chg="del">
        <pc:chgData name="Dan Schiff" userId="eea68032-6692-4cf0-a04b-8cc0fcbbf29a" providerId="ADAL" clId="{5248E60F-35E1-4850-B07A-437A47829DF1}" dt="2026-04-01T15:54:27.020" v="10" actId="47"/>
        <pc:sldMkLst>
          <pc:docMk/>
          <pc:sldMk cId="4243965645" sldId="2147481426"/>
        </pc:sldMkLst>
      </pc:sldChg>
      <pc:sldChg chg="del">
        <pc:chgData name="Dan Schiff" userId="eea68032-6692-4cf0-a04b-8cc0fcbbf29a" providerId="ADAL" clId="{5248E60F-35E1-4850-B07A-437A47829DF1}" dt="2026-04-01T15:54:32.906" v="11" actId="47"/>
        <pc:sldMkLst>
          <pc:docMk/>
          <pc:sldMk cId="606510981" sldId="2147481427"/>
        </pc:sldMkLst>
      </pc:sldChg>
      <pc:sldChg chg="del">
        <pc:chgData name="Dan Schiff" userId="eea68032-6692-4cf0-a04b-8cc0fcbbf29a" providerId="ADAL" clId="{5248E60F-35E1-4850-B07A-437A47829DF1}" dt="2026-04-01T15:54:32.906" v="11" actId="47"/>
        <pc:sldMkLst>
          <pc:docMk/>
          <pc:sldMk cId="2126981701" sldId="2147481428"/>
        </pc:sldMkLst>
      </pc:sldChg>
      <pc:sldChg chg="del">
        <pc:chgData name="Dan Schiff" userId="eea68032-6692-4cf0-a04b-8cc0fcbbf29a" providerId="ADAL" clId="{5248E60F-35E1-4850-B07A-437A47829DF1}" dt="2026-04-01T15:54:48.080" v="12" actId="47"/>
        <pc:sldMkLst>
          <pc:docMk/>
          <pc:sldMk cId="2520238634" sldId="2147481429"/>
        </pc:sldMkLst>
      </pc:sldChg>
      <pc:sldChg chg="del">
        <pc:chgData name="Dan Schiff" userId="eea68032-6692-4cf0-a04b-8cc0fcbbf29a" providerId="ADAL" clId="{5248E60F-35E1-4850-B07A-437A47829DF1}" dt="2026-04-01T15:54:48.080" v="12" actId="47"/>
        <pc:sldMkLst>
          <pc:docMk/>
          <pc:sldMk cId="2286293680" sldId="2147481430"/>
        </pc:sldMkLst>
      </pc:sldChg>
      <pc:sldChg chg="del">
        <pc:chgData name="Dan Schiff" userId="eea68032-6692-4cf0-a04b-8cc0fcbbf29a" providerId="ADAL" clId="{5248E60F-35E1-4850-B07A-437A47829DF1}" dt="2026-04-01T15:54:48.080" v="12" actId="47"/>
        <pc:sldMkLst>
          <pc:docMk/>
          <pc:sldMk cId="1182189045" sldId="2147481431"/>
        </pc:sldMkLst>
      </pc:sldChg>
      <pc:sldChg chg="del">
        <pc:chgData name="Dan Schiff" userId="eea68032-6692-4cf0-a04b-8cc0fcbbf29a" providerId="ADAL" clId="{5248E60F-35E1-4850-B07A-437A47829DF1}" dt="2026-04-01T15:54:48.080" v="12" actId="47"/>
        <pc:sldMkLst>
          <pc:docMk/>
          <pc:sldMk cId="1162626185" sldId="2147481432"/>
        </pc:sldMkLst>
      </pc:sldChg>
      <pc:sldChg chg="del">
        <pc:chgData name="Dan Schiff" userId="eea68032-6692-4cf0-a04b-8cc0fcbbf29a" providerId="ADAL" clId="{5248E60F-35E1-4850-B07A-437A47829DF1}" dt="2026-04-01T15:54:48.080" v="12" actId="47"/>
        <pc:sldMkLst>
          <pc:docMk/>
          <pc:sldMk cId="3943120421" sldId="2147481433"/>
        </pc:sldMkLst>
      </pc:sldChg>
      <pc:sldChg chg="del">
        <pc:chgData name="Dan Schiff" userId="eea68032-6692-4cf0-a04b-8cc0fcbbf29a" providerId="ADAL" clId="{5248E60F-35E1-4850-B07A-437A47829DF1}" dt="2026-04-01T15:54:48.080" v="12" actId="47"/>
        <pc:sldMkLst>
          <pc:docMk/>
          <pc:sldMk cId="1114413459" sldId="2147481434"/>
        </pc:sldMkLst>
      </pc:sldChg>
      <pc:sldChg chg="del">
        <pc:chgData name="Dan Schiff" userId="eea68032-6692-4cf0-a04b-8cc0fcbbf29a" providerId="ADAL" clId="{5248E60F-35E1-4850-B07A-437A47829DF1}" dt="2026-04-01T15:55:14.130" v="14" actId="47"/>
        <pc:sldMkLst>
          <pc:docMk/>
          <pc:sldMk cId="805671448" sldId="2147481435"/>
        </pc:sldMkLst>
      </pc:sldChg>
      <pc:sldChg chg="del">
        <pc:chgData name="Dan Schiff" userId="eea68032-6692-4cf0-a04b-8cc0fcbbf29a" providerId="ADAL" clId="{5248E60F-35E1-4850-B07A-437A47829DF1}" dt="2026-04-01T15:55:14.130" v="14" actId="47"/>
        <pc:sldMkLst>
          <pc:docMk/>
          <pc:sldMk cId="2081023337" sldId="2147481436"/>
        </pc:sldMkLst>
      </pc:sldChg>
      <pc:sldChg chg="del">
        <pc:chgData name="Dan Schiff" userId="eea68032-6692-4cf0-a04b-8cc0fcbbf29a" providerId="ADAL" clId="{5248E60F-35E1-4850-B07A-437A47829DF1}" dt="2026-04-01T15:55:14.130" v="14" actId="47"/>
        <pc:sldMkLst>
          <pc:docMk/>
          <pc:sldMk cId="604184755" sldId="2147481437"/>
        </pc:sldMkLst>
      </pc:sldChg>
      <pc:sldChg chg="del">
        <pc:chgData name="Dan Schiff" userId="eea68032-6692-4cf0-a04b-8cc0fcbbf29a" providerId="ADAL" clId="{5248E60F-35E1-4850-B07A-437A47829DF1}" dt="2026-04-01T15:55:14.130" v="14" actId="47"/>
        <pc:sldMkLst>
          <pc:docMk/>
          <pc:sldMk cId="1218848261" sldId="2147481438"/>
        </pc:sldMkLst>
      </pc:sldChg>
      <pc:sldChg chg="del">
        <pc:chgData name="Dan Schiff" userId="eea68032-6692-4cf0-a04b-8cc0fcbbf29a" providerId="ADAL" clId="{5248E60F-35E1-4850-B07A-437A47829DF1}" dt="2026-04-01T15:55:14.130" v="14" actId="47"/>
        <pc:sldMkLst>
          <pc:docMk/>
          <pc:sldMk cId="2791283444" sldId="2147481439"/>
        </pc:sldMkLst>
      </pc:sldChg>
      <pc:sldChg chg="del">
        <pc:chgData name="Dan Schiff" userId="eea68032-6692-4cf0-a04b-8cc0fcbbf29a" providerId="ADAL" clId="{5248E60F-35E1-4850-B07A-437A47829DF1}" dt="2026-04-01T15:55:14.130" v="14" actId="47"/>
        <pc:sldMkLst>
          <pc:docMk/>
          <pc:sldMk cId="882715377" sldId="2147481440"/>
        </pc:sldMkLst>
      </pc:sldChg>
      <pc:sldChg chg="del">
        <pc:chgData name="Dan Schiff" userId="eea68032-6692-4cf0-a04b-8cc0fcbbf29a" providerId="ADAL" clId="{5248E60F-35E1-4850-B07A-437A47829DF1}" dt="2026-04-01T15:55:34.846" v="16" actId="47"/>
        <pc:sldMkLst>
          <pc:docMk/>
          <pc:sldMk cId="4136780537" sldId="2147481441"/>
        </pc:sldMkLst>
      </pc:sldChg>
      <pc:sldChg chg="del">
        <pc:chgData name="Dan Schiff" userId="eea68032-6692-4cf0-a04b-8cc0fcbbf29a" providerId="ADAL" clId="{5248E60F-35E1-4850-B07A-437A47829DF1}" dt="2026-04-01T15:55:34.846" v="16" actId="47"/>
        <pc:sldMkLst>
          <pc:docMk/>
          <pc:sldMk cId="3165198115" sldId="2147481442"/>
        </pc:sldMkLst>
      </pc:sldChg>
      <pc:sldChg chg="del">
        <pc:chgData name="Dan Schiff" userId="eea68032-6692-4cf0-a04b-8cc0fcbbf29a" providerId="ADAL" clId="{5248E60F-35E1-4850-B07A-437A47829DF1}" dt="2026-04-01T15:55:34.846" v="16" actId="47"/>
        <pc:sldMkLst>
          <pc:docMk/>
          <pc:sldMk cId="2359611046" sldId="2147481443"/>
        </pc:sldMkLst>
      </pc:sldChg>
      <pc:sldChg chg="del">
        <pc:chgData name="Dan Schiff" userId="eea68032-6692-4cf0-a04b-8cc0fcbbf29a" providerId="ADAL" clId="{5248E60F-35E1-4850-B07A-437A47829DF1}" dt="2026-04-01T15:55:34.846" v="16" actId="47"/>
        <pc:sldMkLst>
          <pc:docMk/>
          <pc:sldMk cId="4212441279" sldId="2147481444"/>
        </pc:sldMkLst>
      </pc:sldChg>
      <pc:sldChg chg="del">
        <pc:chgData name="Dan Schiff" userId="eea68032-6692-4cf0-a04b-8cc0fcbbf29a" providerId="ADAL" clId="{5248E60F-35E1-4850-B07A-437A47829DF1}" dt="2026-04-01T15:55:44.481" v="17" actId="47"/>
        <pc:sldMkLst>
          <pc:docMk/>
          <pc:sldMk cId="408941926" sldId="2147481445"/>
        </pc:sldMkLst>
      </pc:sldChg>
      <pc:sldChg chg="del">
        <pc:chgData name="Dan Schiff" userId="eea68032-6692-4cf0-a04b-8cc0fcbbf29a" providerId="ADAL" clId="{5248E60F-35E1-4850-B07A-437A47829DF1}" dt="2026-04-01T15:55:44.481" v="17" actId="47"/>
        <pc:sldMkLst>
          <pc:docMk/>
          <pc:sldMk cId="2461882638" sldId="2147481446"/>
        </pc:sldMkLst>
      </pc:sldChg>
      <pc:sldChg chg="del">
        <pc:chgData name="Dan Schiff" userId="eea68032-6692-4cf0-a04b-8cc0fcbbf29a" providerId="ADAL" clId="{5248E60F-35E1-4850-B07A-437A47829DF1}" dt="2026-04-01T15:56:10.215" v="18" actId="47"/>
        <pc:sldMkLst>
          <pc:docMk/>
          <pc:sldMk cId="3981541123" sldId="2147481447"/>
        </pc:sldMkLst>
      </pc:sldChg>
      <pc:sldChg chg="del">
        <pc:chgData name="Dan Schiff" userId="eea68032-6692-4cf0-a04b-8cc0fcbbf29a" providerId="ADAL" clId="{5248E60F-35E1-4850-B07A-437A47829DF1}" dt="2026-04-01T15:56:10.215" v="18" actId="47"/>
        <pc:sldMkLst>
          <pc:docMk/>
          <pc:sldMk cId="2183167240" sldId="2147481448"/>
        </pc:sldMkLst>
      </pc:sldChg>
      <pc:sldChg chg="del">
        <pc:chgData name="Dan Schiff" userId="eea68032-6692-4cf0-a04b-8cc0fcbbf29a" providerId="ADAL" clId="{5248E60F-35E1-4850-B07A-437A47829DF1}" dt="2026-04-01T15:56:10.215" v="18" actId="47"/>
        <pc:sldMkLst>
          <pc:docMk/>
          <pc:sldMk cId="1939486347" sldId="2147481449"/>
        </pc:sldMkLst>
      </pc:sldChg>
      <pc:sldChg chg="del">
        <pc:chgData name="Dan Schiff" userId="eea68032-6692-4cf0-a04b-8cc0fcbbf29a" providerId="ADAL" clId="{5248E60F-35E1-4850-B07A-437A47829DF1}" dt="2026-04-01T15:56:10.215" v="18" actId="47"/>
        <pc:sldMkLst>
          <pc:docMk/>
          <pc:sldMk cId="4167804657" sldId="2147481450"/>
        </pc:sldMkLst>
      </pc:sldChg>
      <pc:sldChg chg="del">
        <pc:chgData name="Dan Schiff" userId="eea68032-6692-4cf0-a04b-8cc0fcbbf29a" providerId="ADAL" clId="{5248E60F-35E1-4850-B07A-437A47829DF1}" dt="2026-04-01T15:56:10.215" v="18" actId="47"/>
        <pc:sldMkLst>
          <pc:docMk/>
          <pc:sldMk cId="651283156" sldId="2147481451"/>
        </pc:sldMkLst>
      </pc:sldChg>
      <pc:sldChg chg="del">
        <pc:chgData name="Dan Schiff" userId="eea68032-6692-4cf0-a04b-8cc0fcbbf29a" providerId="ADAL" clId="{5248E60F-35E1-4850-B07A-437A47829DF1}" dt="2026-04-01T15:56:10.215" v="18" actId="47"/>
        <pc:sldMkLst>
          <pc:docMk/>
          <pc:sldMk cId="3906287282" sldId="2147481452"/>
        </pc:sldMkLst>
      </pc:sldChg>
      <pc:sldChg chg="del">
        <pc:chgData name="Dan Schiff" userId="eea68032-6692-4cf0-a04b-8cc0fcbbf29a" providerId="ADAL" clId="{5248E60F-35E1-4850-B07A-437A47829DF1}" dt="2026-04-01T15:56:10.215" v="18" actId="47"/>
        <pc:sldMkLst>
          <pc:docMk/>
          <pc:sldMk cId="707657095" sldId="2147481453"/>
        </pc:sldMkLst>
      </pc:sldChg>
      <pc:sldChg chg="del">
        <pc:chgData name="Dan Schiff" userId="eea68032-6692-4cf0-a04b-8cc0fcbbf29a" providerId="ADAL" clId="{5248E60F-35E1-4850-B07A-437A47829DF1}" dt="2026-04-01T15:56:10.215" v="18" actId="47"/>
        <pc:sldMkLst>
          <pc:docMk/>
          <pc:sldMk cId="1549155522" sldId="2147481456"/>
        </pc:sldMkLst>
      </pc:sldChg>
      <pc:sldChg chg="del">
        <pc:chgData name="Dan Schiff" userId="eea68032-6692-4cf0-a04b-8cc0fcbbf29a" providerId="ADAL" clId="{5248E60F-35E1-4850-B07A-437A47829DF1}" dt="2026-04-01T15:56:10.215" v="18" actId="47"/>
        <pc:sldMkLst>
          <pc:docMk/>
          <pc:sldMk cId="2964287382" sldId="2147481457"/>
        </pc:sldMkLst>
      </pc:sldChg>
      <pc:sldChg chg="del">
        <pc:chgData name="Dan Schiff" userId="eea68032-6692-4cf0-a04b-8cc0fcbbf29a" providerId="ADAL" clId="{5248E60F-35E1-4850-B07A-437A47829DF1}" dt="2026-04-01T15:56:10.215" v="18" actId="47"/>
        <pc:sldMkLst>
          <pc:docMk/>
          <pc:sldMk cId="419708349" sldId="2147481458"/>
        </pc:sldMkLst>
      </pc:sldChg>
      <pc:sldChg chg="del">
        <pc:chgData name="Dan Schiff" userId="eea68032-6692-4cf0-a04b-8cc0fcbbf29a" providerId="ADAL" clId="{5248E60F-35E1-4850-B07A-437A47829DF1}" dt="2026-04-01T15:56:10.215" v="18" actId="47"/>
        <pc:sldMkLst>
          <pc:docMk/>
          <pc:sldMk cId="473194779" sldId="2147481459"/>
        </pc:sldMkLst>
      </pc:sldChg>
      <pc:sldChg chg="del">
        <pc:chgData name="Dan Schiff" userId="eea68032-6692-4cf0-a04b-8cc0fcbbf29a" providerId="ADAL" clId="{5248E60F-35E1-4850-B07A-437A47829DF1}" dt="2026-04-01T15:56:10.215" v="18" actId="47"/>
        <pc:sldMkLst>
          <pc:docMk/>
          <pc:sldMk cId="93517572" sldId="2147481460"/>
        </pc:sldMkLst>
      </pc:sldChg>
      <pc:sldChg chg="del">
        <pc:chgData name="Dan Schiff" userId="eea68032-6692-4cf0-a04b-8cc0fcbbf29a" providerId="ADAL" clId="{5248E60F-35E1-4850-B07A-437A47829DF1}" dt="2026-04-01T15:56:10.215" v="18" actId="47"/>
        <pc:sldMkLst>
          <pc:docMk/>
          <pc:sldMk cId="3661351501" sldId="2147481461"/>
        </pc:sldMkLst>
      </pc:sldChg>
      <pc:sldChg chg="del">
        <pc:chgData name="Dan Schiff" userId="eea68032-6692-4cf0-a04b-8cc0fcbbf29a" providerId="ADAL" clId="{5248E60F-35E1-4850-B07A-437A47829DF1}" dt="2026-04-01T15:56:10.215" v="18" actId="47"/>
        <pc:sldMkLst>
          <pc:docMk/>
          <pc:sldMk cId="3522371269" sldId="2147481462"/>
        </pc:sldMkLst>
      </pc:sldChg>
      <pc:sldChg chg="del">
        <pc:chgData name="Dan Schiff" userId="eea68032-6692-4cf0-a04b-8cc0fcbbf29a" providerId="ADAL" clId="{5248E60F-35E1-4850-B07A-437A47829DF1}" dt="2026-04-01T15:56:10.215" v="18" actId="47"/>
        <pc:sldMkLst>
          <pc:docMk/>
          <pc:sldMk cId="1336406749" sldId="2147481463"/>
        </pc:sldMkLst>
      </pc:sldChg>
      <pc:sldChg chg="del">
        <pc:chgData name="Dan Schiff" userId="eea68032-6692-4cf0-a04b-8cc0fcbbf29a" providerId="ADAL" clId="{5248E60F-35E1-4850-B07A-437A47829DF1}" dt="2026-04-01T15:56:10.215" v="18" actId="47"/>
        <pc:sldMkLst>
          <pc:docMk/>
          <pc:sldMk cId="3493096163" sldId="2147481464"/>
        </pc:sldMkLst>
      </pc:sldChg>
      <pc:sldChg chg="del">
        <pc:chgData name="Dan Schiff" userId="eea68032-6692-4cf0-a04b-8cc0fcbbf29a" providerId="ADAL" clId="{5248E60F-35E1-4850-B07A-437A47829DF1}" dt="2026-04-01T15:56:10.215" v="18" actId="47"/>
        <pc:sldMkLst>
          <pc:docMk/>
          <pc:sldMk cId="1824363049" sldId="2147481465"/>
        </pc:sldMkLst>
      </pc:sldChg>
      <pc:sldChg chg="del">
        <pc:chgData name="Dan Schiff" userId="eea68032-6692-4cf0-a04b-8cc0fcbbf29a" providerId="ADAL" clId="{5248E60F-35E1-4850-B07A-437A47829DF1}" dt="2026-04-01T15:56:10.215" v="18" actId="47"/>
        <pc:sldMkLst>
          <pc:docMk/>
          <pc:sldMk cId="689379556" sldId="2147481466"/>
        </pc:sldMkLst>
      </pc:sldChg>
      <pc:sldChg chg="del">
        <pc:chgData name="Dan Schiff" userId="eea68032-6692-4cf0-a04b-8cc0fcbbf29a" providerId="ADAL" clId="{5248E60F-35E1-4850-B07A-437A47829DF1}" dt="2026-04-01T15:56:10.215" v="18" actId="47"/>
        <pc:sldMkLst>
          <pc:docMk/>
          <pc:sldMk cId="300159047" sldId="2147481467"/>
        </pc:sldMkLst>
      </pc:sldChg>
      <pc:sldChg chg="del">
        <pc:chgData name="Dan Schiff" userId="eea68032-6692-4cf0-a04b-8cc0fcbbf29a" providerId="ADAL" clId="{5248E60F-35E1-4850-B07A-437A47829DF1}" dt="2026-04-01T15:56:10.215" v="18" actId="47"/>
        <pc:sldMkLst>
          <pc:docMk/>
          <pc:sldMk cId="3465917369" sldId="2147481468"/>
        </pc:sldMkLst>
      </pc:sldChg>
      <pc:sldChg chg="del">
        <pc:chgData name="Dan Schiff" userId="eea68032-6692-4cf0-a04b-8cc0fcbbf29a" providerId="ADAL" clId="{5248E60F-35E1-4850-B07A-437A47829DF1}" dt="2026-04-01T15:56:10.215" v="18" actId="47"/>
        <pc:sldMkLst>
          <pc:docMk/>
          <pc:sldMk cId="3213047925" sldId="2147481469"/>
        </pc:sldMkLst>
      </pc:sldChg>
      <pc:sldChg chg="del">
        <pc:chgData name="Dan Schiff" userId="eea68032-6692-4cf0-a04b-8cc0fcbbf29a" providerId="ADAL" clId="{5248E60F-35E1-4850-B07A-437A47829DF1}" dt="2026-04-01T15:56:10.215" v="18" actId="47"/>
        <pc:sldMkLst>
          <pc:docMk/>
          <pc:sldMk cId="401457654" sldId="2147481470"/>
        </pc:sldMkLst>
      </pc:sldChg>
      <pc:sldChg chg="del">
        <pc:chgData name="Dan Schiff" userId="eea68032-6692-4cf0-a04b-8cc0fcbbf29a" providerId="ADAL" clId="{5248E60F-35E1-4850-B07A-437A47829DF1}" dt="2026-04-01T15:56:10.215" v="18" actId="47"/>
        <pc:sldMkLst>
          <pc:docMk/>
          <pc:sldMk cId="1682403568" sldId="2147481471"/>
        </pc:sldMkLst>
      </pc:sldChg>
      <pc:sldChg chg="del">
        <pc:chgData name="Dan Schiff" userId="eea68032-6692-4cf0-a04b-8cc0fcbbf29a" providerId="ADAL" clId="{5248E60F-35E1-4850-B07A-437A47829DF1}" dt="2026-04-01T15:56:10.215" v="18" actId="47"/>
        <pc:sldMkLst>
          <pc:docMk/>
          <pc:sldMk cId="2473952398" sldId="2147481472"/>
        </pc:sldMkLst>
      </pc:sldChg>
      <pc:sldChg chg="del">
        <pc:chgData name="Dan Schiff" userId="eea68032-6692-4cf0-a04b-8cc0fcbbf29a" providerId="ADAL" clId="{5248E60F-35E1-4850-B07A-437A47829DF1}" dt="2026-04-01T15:56:10.215" v="18" actId="47"/>
        <pc:sldMkLst>
          <pc:docMk/>
          <pc:sldMk cId="2381595619" sldId="2147481473"/>
        </pc:sldMkLst>
      </pc:sldChg>
      <pc:sldChg chg="del">
        <pc:chgData name="Dan Schiff" userId="eea68032-6692-4cf0-a04b-8cc0fcbbf29a" providerId="ADAL" clId="{5248E60F-35E1-4850-B07A-437A47829DF1}" dt="2026-04-01T15:56:10.215" v="18" actId="47"/>
        <pc:sldMkLst>
          <pc:docMk/>
          <pc:sldMk cId="2727668043" sldId="2147481474"/>
        </pc:sldMkLst>
      </pc:sldChg>
      <pc:sldChg chg="del">
        <pc:chgData name="Dan Schiff" userId="eea68032-6692-4cf0-a04b-8cc0fcbbf29a" providerId="ADAL" clId="{5248E60F-35E1-4850-B07A-437A47829DF1}" dt="2026-04-01T15:56:10.215" v="18" actId="47"/>
        <pc:sldMkLst>
          <pc:docMk/>
          <pc:sldMk cId="3145980271" sldId="2147481475"/>
        </pc:sldMkLst>
      </pc:sldChg>
      <pc:sldChg chg="del">
        <pc:chgData name="Dan Schiff" userId="eea68032-6692-4cf0-a04b-8cc0fcbbf29a" providerId="ADAL" clId="{5248E60F-35E1-4850-B07A-437A47829DF1}" dt="2026-04-01T15:56:10.215" v="18" actId="47"/>
        <pc:sldMkLst>
          <pc:docMk/>
          <pc:sldMk cId="761166687" sldId="2147481476"/>
        </pc:sldMkLst>
      </pc:sldChg>
      <pc:sldChg chg="del">
        <pc:chgData name="Dan Schiff" userId="eea68032-6692-4cf0-a04b-8cc0fcbbf29a" providerId="ADAL" clId="{5248E60F-35E1-4850-B07A-437A47829DF1}" dt="2026-04-01T15:56:10.215" v="18" actId="47"/>
        <pc:sldMkLst>
          <pc:docMk/>
          <pc:sldMk cId="1418697440" sldId="2147481477"/>
        </pc:sldMkLst>
      </pc:sldChg>
      <pc:sldChg chg="del">
        <pc:chgData name="Dan Schiff" userId="eea68032-6692-4cf0-a04b-8cc0fcbbf29a" providerId="ADAL" clId="{5248E60F-35E1-4850-B07A-437A47829DF1}" dt="2026-04-01T15:56:10.215" v="18" actId="47"/>
        <pc:sldMkLst>
          <pc:docMk/>
          <pc:sldMk cId="3686707995" sldId="2147481478"/>
        </pc:sldMkLst>
      </pc:sldChg>
      <pc:sldChg chg="del">
        <pc:chgData name="Dan Schiff" userId="eea68032-6692-4cf0-a04b-8cc0fcbbf29a" providerId="ADAL" clId="{5248E60F-35E1-4850-B07A-437A47829DF1}" dt="2026-04-01T15:56:10.215" v="18" actId="47"/>
        <pc:sldMkLst>
          <pc:docMk/>
          <pc:sldMk cId="2664075980" sldId="2147481479"/>
        </pc:sldMkLst>
      </pc:sldChg>
      <pc:sldChg chg="del">
        <pc:chgData name="Dan Schiff" userId="eea68032-6692-4cf0-a04b-8cc0fcbbf29a" providerId="ADAL" clId="{5248E60F-35E1-4850-B07A-437A47829DF1}" dt="2026-04-01T15:56:10.215" v="18" actId="47"/>
        <pc:sldMkLst>
          <pc:docMk/>
          <pc:sldMk cId="1819825086" sldId="2147481480"/>
        </pc:sldMkLst>
      </pc:sldChg>
      <pc:sldChg chg="del">
        <pc:chgData name="Dan Schiff" userId="eea68032-6692-4cf0-a04b-8cc0fcbbf29a" providerId="ADAL" clId="{5248E60F-35E1-4850-B07A-437A47829DF1}" dt="2026-04-01T15:56:10.215" v="18" actId="47"/>
        <pc:sldMkLst>
          <pc:docMk/>
          <pc:sldMk cId="3719215138" sldId="2147481481"/>
        </pc:sldMkLst>
      </pc:sldChg>
      <pc:sldChg chg="del">
        <pc:chgData name="Dan Schiff" userId="eea68032-6692-4cf0-a04b-8cc0fcbbf29a" providerId="ADAL" clId="{5248E60F-35E1-4850-B07A-437A47829DF1}" dt="2026-04-01T15:56:10.215" v="18" actId="47"/>
        <pc:sldMkLst>
          <pc:docMk/>
          <pc:sldMk cId="3196830275" sldId="2147481482"/>
        </pc:sldMkLst>
      </pc:sldChg>
      <pc:sldChg chg="del">
        <pc:chgData name="Dan Schiff" userId="eea68032-6692-4cf0-a04b-8cc0fcbbf29a" providerId="ADAL" clId="{5248E60F-35E1-4850-B07A-437A47829DF1}" dt="2026-04-01T15:56:10.215" v="18" actId="47"/>
        <pc:sldMkLst>
          <pc:docMk/>
          <pc:sldMk cId="204203699" sldId="2147481483"/>
        </pc:sldMkLst>
      </pc:sldChg>
      <pc:sldChg chg="del">
        <pc:chgData name="Dan Schiff" userId="eea68032-6692-4cf0-a04b-8cc0fcbbf29a" providerId="ADAL" clId="{5248E60F-35E1-4850-B07A-437A47829DF1}" dt="2026-04-01T15:56:10.215" v="18" actId="47"/>
        <pc:sldMkLst>
          <pc:docMk/>
          <pc:sldMk cId="1152245319" sldId="2147481484"/>
        </pc:sldMkLst>
      </pc:sldChg>
      <pc:sldChg chg="del">
        <pc:chgData name="Dan Schiff" userId="eea68032-6692-4cf0-a04b-8cc0fcbbf29a" providerId="ADAL" clId="{5248E60F-35E1-4850-B07A-437A47829DF1}" dt="2026-04-01T15:56:10.215" v="18" actId="47"/>
        <pc:sldMkLst>
          <pc:docMk/>
          <pc:sldMk cId="482881354" sldId="2147481485"/>
        </pc:sldMkLst>
      </pc:sldChg>
      <pc:sldChg chg="del">
        <pc:chgData name="Dan Schiff" userId="eea68032-6692-4cf0-a04b-8cc0fcbbf29a" providerId="ADAL" clId="{5248E60F-35E1-4850-B07A-437A47829DF1}" dt="2026-04-01T15:56:10.215" v="18" actId="47"/>
        <pc:sldMkLst>
          <pc:docMk/>
          <pc:sldMk cId="230426748" sldId="2147481486"/>
        </pc:sldMkLst>
      </pc:sldChg>
      <pc:sldChg chg="del">
        <pc:chgData name="Dan Schiff" userId="eea68032-6692-4cf0-a04b-8cc0fcbbf29a" providerId="ADAL" clId="{5248E60F-35E1-4850-B07A-437A47829DF1}" dt="2026-04-01T15:56:10.215" v="18" actId="47"/>
        <pc:sldMkLst>
          <pc:docMk/>
          <pc:sldMk cId="3237223403" sldId="2147481487"/>
        </pc:sldMkLst>
      </pc:sldChg>
      <pc:sldChg chg="del">
        <pc:chgData name="Dan Schiff" userId="eea68032-6692-4cf0-a04b-8cc0fcbbf29a" providerId="ADAL" clId="{5248E60F-35E1-4850-B07A-437A47829DF1}" dt="2026-04-01T15:56:10.215" v="18" actId="47"/>
        <pc:sldMkLst>
          <pc:docMk/>
          <pc:sldMk cId="3099205561" sldId="2147481488"/>
        </pc:sldMkLst>
      </pc:sldChg>
      <pc:sldChg chg="del">
        <pc:chgData name="Dan Schiff" userId="eea68032-6692-4cf0-a04b-8cc0fcbbf29a" providerId="ADAL" clId="{5248E60F-35E1-4850-B07A-437A47829DF1}" dt="2026-04-01T15:56:10.215" v="18" actId="47"/>
        <pc:sldMkLst>
          <pc:docMk/>
          <pc:sldMk cId="3960183401" sldId="2147481489"/>
        </pc:sldMkLst>
      </pc:sldChg>
      <pc:sldChg chg="del">
        <pc:chgData name="Dan Schiff" userId="eea68032-6692-4cf0-a04b-8cc0fcbbf29a" providerId="ADAL" clId="{5248E60F-35E1-4850-B07A-437A47829DF1}" dt="2026-04-01T15:56:10.215" v="18" actId="47"/>
        <pc:sldMkLst>
          <pc:docMk/>
          <pc:sldMk cId="972441409" sldId="2147481490"/>
        </pc:sldMkLst>
      </pc:sldChg>
      <pc:sldChg chg="del">
        <pc:chgData name="Dan Schiff" userId="eea68032-6692-4cf0-a04b-8cc0fcbbf29a" providerId="ADAL" clId="{5248E60F-35E1-4850-B07A-437A47829DF1}" dt="2026-04-01T15:56:10.215" v="18" actId="47"/>
        <pc:sldMkLst>
          <pc:docMk/>
          <pc:sldMk cId="929307798" sldId="2147481491"/>
        </pc:sldMkLst>
      </pc:sldChg>
      <pc:sldChg chg="del">
        <pc:chgData name="Dan Schiff" userId="eea68032-6692-4cf0-a04b-8cc0fcbbf29a" providerId="ADAL" clId="{5248E60F-35E1-4850-B07A-437A47829DF1}" dt="2026-04-01T15:56:10.215" v="18" actId="47"/>
        <pc:sldMkLst>
          <pc:docMk/>
          <pc:sldMk cId="2173904608" sldId="2147481492"/>
        </pc:sldMkLst>
      </pc:sldChg>
      <pc:sldChg chg="del">
        <pc:chgData name="Dan Schiff" userId="eea68032-6692-4cf0-a04b-8cc0fcbbf29a" providerId="ADAL" clId="{5248E60F-35E1-4850-B07A-437A47829DF1}" dt="2026-04-01T15:56:10.215" v="18" actId="47"/>
        <pc:sldMkLst>
          <pc:docMk/>
          <pc:sldMk cId="1590395328" sldId="2147481493"/>
        </pc:sldMkLst>
      </pc:sldChg>
      <pc:sldChg chg="del">
        <pc:chgData name="Dan Schiff" userId="eea68032-6692-4cf0-a04b-8cc0fcbbf29a" providerId="ADAL" clId="{5248E60F-35E1-4850-B07A-437A47829DF1}" dt="2026-04-01T15:56:10.215" v="18" actId="47"/>
        <pc:sldMkLst>
          <pc:docMk/>
          <pc:sldMk cId="584431344" sldId="2147481494"/>
        </pc:sldMkLst>
      </pc:sldChg>
      <pc:sldChg chg="del">
        <pc:chgData name="Dan Schiff" userId="eea68032-6692-4cf0-a04b-8cc0fcbbf29a" providerId="ADAL" clId="{5248E60F-35E1-4850-B07A-437A47829DF1}" dt="2026-04-01T15:56:10.215" v="18" actId="47"/>
        <pc:sldMkLst>
          <pc:docMk/>
          <pc:sldMk cId="1669541831" sldId="2147481495"/>
        </pc:sldMkLst>
      </pc:sldChg>
      <pc:sldChg chg="del">
        <pc:chgData name="Dan Schiff" userId="eea68032-6692-4cf0-a04b-8cc0fcbbf29a" providerId="ADAL" clId="{5248E60F-35E1-4850-B07A-437A47829DF1}" dt="2026-04-01T15:56:10.215" v="18" actId="47"/>
        <pc:sldMkLst>
          <pc:docMk/>
          <pc:sldMk cId="2870009104" sldId="2147481496"/>
        </pc:sldMkLst>
      </pc:sldChg>
      <pc:sldChg chg="del">
        <pc:chgData name="Dan Schiff" userId="eea68032-6692-4cf0-a04b-8cc0fcbbf29a" providerId="ADAL" clId="{5248E60F-35E1-4850-B07A-437A47829DF1}" dt="2026-04-01T15:56:10.215" v="18" actId="47"/>
        <pc:sldMkLst>
          <pc:docMk/>
          <pc:sldMk cId="1328844860" sldId="2147481497"/>
        </pc:sldMkLst>
      </pc:sldChg>
      <pc:sldChg chg="del">
        <pc:chgData name="Dan Schiff" userId="eea68032-6692-4cf0-a04b-8cc0fcbbf29a" providerId="ADAL" clId="{5248E60F-35E1-4850-B07A-437A47829DF1}" dt="2026-04-01T15:56:10.215" v="18" actId="47"/>
        <pc:sldMkLst>
          <pc:docMk/>
          <pc:sldMk cId="2772394249" sldId="2147481504"/>
        </pc:sldMkLst>
      </pc:sldChg>
      <pc:sldChg chg="del">
        <pc:chgData name="Dan Schiff" userId="eea68032-6692-4cf0-a04b-8cc0fcbbf29a" providerId="ADAL" clId="{5248E60F-35E1-4850-B07A-437A47829DF1}" dt="2026-04-01T15:56:10.215" v="18" actId="47"/>
        <pc:sldMkLst>
          <pc:docMk/>
          <pc:sldMk cId="3501834599" sldId="2147481505"/>
        </pc:sldMkLst>
      </pc:sldChg>
      <pc:sldChg chg="del">
        <pc:chgData name="Dan Schiff" userId="eea68032-6692-4cf0-a04b-8cc0fcbbf29a" providerId="ADAL" clId="{5248E60F-35E1-4850-B07A-437A47829DF1}" dt="2026-04-01T15:56:10.215" v="18" actId="47"/>
        <pc:sldMkLst>
          <pc:docMk/>
          <pc:sldMk cId="2128076070" sldId="2147481506"/>
        </pc:sldMkLst>
      </pc:sldChg>
      <pc:sldChg chg="del">
        <pc:chgData name="Dan Schiff" userId="eea68032-6692-4cf0-a04b-8cc0fcbbf29a" providerId="ADAL" clId="{5248E60F-35E1-4850-B07A-437A47829DF1}" dt="2026-04-01T15:56:10.215" v="18" actId="47"/>
        <pc:sldMkLst>
          <pc:docMk/>
          <pc:sldMk cId="559268697" sldId="2147481507"/>
        </pc:sldMkLst>
      </pc:sldChg>
      <pc:sldChg chg="del">
        <pc:chgData name="Dan Schiff" userId="eea68032-6692-4cf0-a04b-8cc0fcbbf29a" providerId="ADAL" clId="{5248E60F-35E1-4850-B07A-437A47829DF1}" dt="2026-04-01T15:56:10.215" v="18" actId="47"/>
        <pc:sldMkLst>
          <pc:docMk/>
          <pc:sldMk cId="990345733" sldId="2147481508"/>
        </pc:sldMkLst>
      </pc:sldChg>
      <pc:sldChg chg="del">
        <pc:chgData name="Dan Schiff" userId="eea68032-6692-4cf0-a04b-8cc0fcbbf29a" providerId="ADAL" clId="{5248E60F-35E1-4850-B07A-437A47829DF1}" dt="2026-04-01T15:56:10.215" v="18" actId="47"/>
        <pc:sldMkLst>
          <pc:docMk/>
          <pc:sldMk cId="3473410635" sldId="2147481511"/>
        </pc:sldMkLst>
      </pc:sldChg>
      <pc:sldChg chg="del">
        <pc:chgData name="Dan Schiff" userId="eea68032-6692-4cf0-a04b-8cc0fcbbf29a" providerId="ADAL" clId="{5248E60F-35E1-4850-B07A-437A47829DF1}" dt="2026-04-01T15:56:10.215" v="18" actId="47"/>
        <pc:sldMkLst>
          <pc:docMk/>
          <pc:sldMk cId="2766900570" sldId="2147481512"/>
        </pc:sldMkLst>
      </pc:sldChg>
      <pc:sldChg chg="del">
        <pc:chgData name="Dan Schiff" userId="eea68032-6692-4cf0-a04b-8cc0fcbbf29a" providerId="ADAL" clId="{5248E60F-35E1-4850-B07A-437A47829DF1}" dt="2026-04-01T15:56:10.215" v="18" actId="47"/>
        <pc:sldMkLst>
          <pc:docMk/>
          <pc:sldMk cId="2933215291" sldId="2147481513"/>
        </pc:sldMkLst>
      </pc:sldChg>
      <pc:sldChg chg="del">
        <pc:chgData name="Dan Schiff" userId="eea68032-6692-4cf0-a04b-8cc0fcbbf29a" providerId="ADAL" clId="{5248E60F-35E1-4850-B07A-437A47829DF1}" dt="2026-04-01T15:56:10.215" v="18" actId="47"/>
        <pc:sldMkLst>
          <pc:docMk/>
          <pc:sldMk cId="2496884078" sldId="2147481514"/>
        </pc:sldMkLst>
      </pc:sldChg>
      <pc:sldChg chg="del">
        <pc:chgData name="Dan Schiff" userId="eea68032-6692-4cf0-a04b-8cc0fcbbf29a" providerId="ADAL" clId="{5248E60F-35E1-4850-B07A-437A47829DF1}" dt="2026-04-01T15:56:10.215" v="18" actId="47"/>
        <pc:sldMkLst>
          <pc:docMk/>
          <pc:sldMk cId="2398931521" sldId="2147481515"/>
        </pc:sldMkLst>
      </pc:sldChg>
      <pc:sldChg chg="del">
        <pc:chgData name="Dan Schiff" userId="eea68032-6692-4cf0-a04b-8cc0fcbbf29a" providerId="ADAL" clId="{5248E60F-35E1-4850-B07A-437A47829DF1}" dt="2026-04-01T15:56:10.215" v="18" actId="47"/>
        <pc:sldMkLst>
          <pc:docMk/>
          <pc:sldMk cId="3994678119" sldId="2147481516"/>
        </pc:sldMkLst>
      </pc:sldChg>
      <pc:sldChg chg="del">
        <pc:chgData name="Dan Schiff" userId="eea68032-6692-4cf0-a04b-8cc0fcbbf29a" providerId="ADAL" clId="{5248E60F-35E1-4850-B07A-437A47829DF1}" dt="2026-04-01T15:56:10.215" v="18" actId="47"/>
        <pc:sldMkLst>
          <pc:docMk/>
          <pc:sldMk cId="3320023406" sldId="2147481517"/>
        </pc:sldMkLst>
      </pc:sldChg>
      <pc:sldChg chg="del">
        <pc:chgData name="Dan Schiff" userId="eea68032-6692-4cf0-a04b-8cc0fcbbf29a" providerId="ADAL" clId="{5248E60F-35E1-4850-B07A-437A47829DF1}" dt="2026-04-01T15:56:10.215" v="18" actId="47"/>
        <pc:sldMkLst>
          <pc:docMk/>
          <pc:sldMk cId="551114978" sldId="2147481518"/>
        </pc:sldMkLst>
      </pc:sldChg>
      <pc:sldChg chg="del">
        <pc:chgData name="Dan Schiff" userId="eea68032-6692-4cf0-a04b-8cc0fcbbf29a" providerId="ADAL" clId="{5248E60F-35E1-4850-B07A-437A47829DF1}" dt="2026-04-01T15:56:10.215" v="18" actId="47"/>
        <pc:sldMkLst>
          <pc:docMk/>
          <pc:sldMk cId="980240046" sldId="2147481519"/>
        </pc:sldMkLst>
      </pc:sldChg>
      <pc:sldChg chg="del">
        <pc:chgData name="Dan Schiff" userId="eea68032-6692-4cf0-a04b-8cc0fcbbf29a" providerId="ADAL" clId="{5248E60F-35E1-4850-B07A-437A47829DF1}" dt="2026-04-01T15:56:10.215" v="18" actId="47"/>
        <pc:sldMkLst>
          <pc:docMk/>
          <pc:sldMk cId="1797781660" sldId="2147481520"/>
        </pc:sldMkLst>
      </pc:sldChg>
      <pc:sldChg chg="del">
        <pc:chgData name="Dan Schiff" userId="eea68032-6692-4cf0-a04b-8cc0fcbbf29a" providerId="ADAL" clId="{5248E60F-35E1-4850-B07A-437A47829DF1}" dt="2026-04-01T15:56:10.215" v="18" actId="47"/>
        <pc:sldMkLst>
          <pc:docMk/>
          <pc:sldMk cId="2606991714" sldId="2147481521"/>
        </pc:sldMkLst>
      </pc:sldChg>
      <pc:sldChg chg="del">
        <pc:chgData name="Dan Schiff" userId="eea68032-6692-4cf0-a04b-8cc0fcbbf29a" providerId="ADAL" clId="{5248E60F-35E1-4850-B07A-437A47829DF1}" dt="2026-04-01T15:56:10.215" v="18" actId="47"/>
        <pc:sldMkLst>
          <pc:docMk/>
          <pc:sldMk cId="3986179477" sldId="2147481522"/>
        </pc:sldMkLst>
      </pc:sldChg>
      <pc:sldChg chg="del">
        <pc:chgData name="Dan Schiff" userId="eea68032-6692-4cf0-a04b-8cc0fcbbf29a" providerId="ADAL" clId="{5248E60F-35E1-4850-B07A-437A47829DF1}" dt="2026-04-01T15:55:14.130" v="14" actId="47"/>
        <pc:sldMkLst>
          <pc:docMk/>
          <pc:sldMk cId="4129645619" sldId="2147481523"/>
        </pc:sldMkLst>
      </pc:sldChg>
      <pc:sldChg chg="del">
        <pc:chgData name="Dan Schiff" userId="eea68032-6692-4cf0-a04b-8cc0fcbbf29a" providerId="ADAL" clId="{5248E60F-35E1-4850-B07A-437A47829DF1}" dt="2026-04-01T15:55:14.130" v="14" actId="47"/>
        <pc:sldMkLst>
          <pc:docMk/>
          <pc:sldMk cId="1768041827" sldId="2147481524"/>
        </pc:sldMkLst>
      </pc:sldChg>
      <pc:sldChg chg="del">
        <pc:chgData name="Dan Schiff" userId="eea68032-6692-4cf0-a04b-8cc0fcbbf29a" providerId="ADAL" clId="{5248E60F-35E1-4850-B07A-437A47829DF1}" dt="2026-04-01T15:53:52.394" v="1" actId="47"/>
        <pc:sldMkLst>
          <pc:docMk/>
          <pc:sldMk cId="2603809095" sldId="2147481525"/>
        </pc:sldMkLst>
      </pc:sldChg>
      <pc:sldChg chg="del">
        <pc:chgData name="Dan Schiff" userId="eea68032-6692-4cf0-a04b-8cc0fcbbf29a" providerId="ADAL" clId="{5248E60F-35E1-4850-B07A-437A47829DF1}" dt="2026-04-01T15:56:10.215" v="18" actId="47"/>
        <pc:sldMkLst>
          <pc:docMk/>
          <pc:sldMk cId="1891233312" sldId="2147481526"/>
        </pc:sldMkLst>
      </pc:sldChg>
      <pc:sldChg chg="del">
        <pc:chgData name="Dan Schiff" userId="eea68032-6692-4cf0-a04b-8cc0fcbbf29a" providerId="ADAL" clId="{5248E60F-35E1-4850-B07A-437A47829DF1}" dt="2026-04-01T15:56:10.215" v="18" actId="47"/>
        <pc:sldMkLst>
          <pc:docMk/>
          <pc:sldMk cId="3328029698" sldId="2147481527"/>
        </pc:sldMkLst>
      </pc:sldChg>
      <pc:sldChg chg="del">
        <pc:chgData name="Dan Schiff" userId="eea68032-6692-4cf0-a04b-8cc0fcbbf29a" providerId="ADAL" clId="{5248E60F-35E1-4850-B07A-437A47829DF1}" dt="2026-04-01T15:56:10.215" v="18" actId="47"/>
        <pc:sldMkLst>
          <pc:docMk/>
          <pc:sldMk cId="1827263857" sldId="2147481528"/>
        </pc:sldMkLst>
      </pc:sldChg>
      <pc:sldChg chg="del">
        <pc:chgData name="Dan Schiff" userId="eea68032-6692-4cf0-a04b-8cc0fcbbf29a" providerId="ADAL" clId="{5248E60F-35E1-4850-B07A-437A47829DF1}" dt="2026-04-01T15:56:10.215" v="18" actId="47"/>
        <pc:sldMkLst>
          <pc:docMk/>
          <pc:sldMk cId="996644798" sldId="2147481529"/>
        </pc:sldMkLst>
      </pc:sldChg>
      <pc:sldChg chg="del">
        <pc:chgData name="Dan Schiff" userId="eea68032-6692-4cf0-a04b-8cc0fcbbf29a" providerId="ADAL" clId="{5248E60F-35E1-4850-B07A-437A47829DF1}" dt="2026-04-01T15:56:10.215" v="18" actId="47"/>
        <pc:sldMkLst>
          <pc:docMk/>
          <pc:sldMk cId="746530369" sldId="2147481530"/>
        </pc:sldMkLst>
      </pc:sldChg>
      <pc:sldChg chg="del">
        <pc:chgData name="Dan Schiff" userId="eea68032-6692-4cf0-a04b-8cc0fcbbf29a" providerId="ADAL" clId="{5248E60F-35E1-4850-B07A-437A47829DF1}" dt="2026-04-01T15:56:10.215" v="18" actId="47"/>
        <pc:sldMkLst>
          <pc:docMk/>
          <pc:sldMk cId="2025915166" sldId="2147481531"/>
        </pc:sldMkLst>
      </pc:sldChg>
      <pc:sldChg chg="del">
        <pc:chgData name="Dan Schiff" userId="eea68032-6692-4cf0-a04b-8cc0fcbbf29a" providerId="ADAL" clId="{5248E60F-35E1-4850-B07A-437A47829DF1}" dt="2026-04-01T15:56:10.215" v="18" actId="47"/>
        <pc:sldMkLst>
          <pc:docMk/>
          <pc:sldMk cId="3180640338" sldId="2147481532"/>
        </pc:sldMkLst>
      </pc:sldChg>
      <pc:sldChg chg="del">
        <pc:chgData name="Dan Schiff" userId="eea68032-6692-4cf0-a04b-8cc0fcbbf29a" providerId="ADAL" clId="{5248E60F-35E1-4850-B07A-437A47829DF1}" dt="2026-04-01T15:56:10.215" v="18" actId="47"/>
        <pc:sldMkLst>
          <pc:docMk/>
          <pc:sldMk cId="3454329992" sldId="2147481533"/>
        </pc:sldMkLst>
      </pc:sldChg>
      <pc:sldChg chg="del">
        <pc:chgData name="Dan Schiff" userId="eea68032-6692-4cf0-a04b-8cc0fcbbf29a" providerId="ADAL" clId="{5248E60F-35E1-4850-B07A-437A47829DF1}" dt="2026-04-01T15:53:44.905" v="0" actId="47"/>
        <pc:sldMkLst>
          <pc:docMk/>
          <pc:sldMk cId="1922163120" sldId="2147481534"/>
        </pc:sldMkLst>
      </pc:sldChg>
      <pc:sldChg chg="del">
        <pc:chgData name="Dan Schiff" userId="eea68032-6692-4cf0-a04b-8cc0fcbbf29a" providerId="ADAL" clId="{5248E60F-35E1-4850-B07A-437A47829DF1}" dt="2026-04-01T15:56:10.215" v="18" actId="47"/>
        <pc:sldMkLst>
          <pc:docMk/>
          <pc:sldMk cId="2077982093" sldId="2147481535"/>
        </pc:sldMkLst>
      </pc:sldChg>
      <pc:sldChg chg="del">
        <pc:chgData name="Dan Schiff" userId="eea68032-6692-4cf0-a04b-8cc0fcbbf29a" providerId="ADAL" clId="{5248E60F-35E1-4850-B07A-437A47829DF1}" dt="2026-04-01T15:56:10.215" v="18" actId="47"/>
        <pc:sldMkLst>
          <pc:docMk/>
          <pc:sldMk cId="3150206884" sldId="2147481536"/>
        </pc:sldMkLst>
      </pc:sldChg>
      <pc:sldChg chg="del">
        <pc:chgData name="Dan Schiff" userId="eea68032-6692-4cf0-a04b-8cc0fcbbf29a" providerId="ADAL" clId="{5248E60F-35E1-4850-B07A-437A47829DF1}" dt="2026-04-01T15:56:10.215" v="18" actId="47"/>
        <pc:sldMkLst>
          <pc:docMk/>
          <pc:sldMk cId="4020233682" sldId="2147481537"/>
        </pc:sldMkLst>
      </pc:sldChg>
      <pc:sldChg chg="del">
        <pc:chgData name="Dan Schiff" userId="eea68032-6692-4cf0-a04b-8cc0fcbbf29a" providerId="ADAL" clId="{5248E60F-35E1-4850-B07A-437A47829DF1}" dt="2026-04-01T15:56:10.215" v="18" actId="47"/>
        <pc:sldMkLst>
          <pc:docMk/>
          <pc:sldMk cId="7707208" sldId="2147481538"/>
        </pc:sldMkLst>
      </pc:sldChg>
      <pc:sldChg chg="del">
        <pc:chgData name="Dan Schiff" userId="eea68032-6692-4cf0-a04b-8cc0fcbbf29a" providerId="ADAL" clId="{5248E60F-35E1-4850-B07A-437A47829DF1}" dt="2026-04-01T15:56:10.215" v="18" actId="47"/>
        <pc:sldMkLst>
          <pc:docMk/>
          <pc:sldMk cId="1772517585" sldId="2147481539"/>
        </pc:sldMkLst>
      </pc:sldChg>
      <pc:sldChg chg="del">
        <pc:chgData name="Dan Schiff" userId="eea68032-6692-4cf0-a04b-8cc0fcbbf29a" providerId="ADAL" clId="{5248E60F-35E1-4850-B07A-437A47829DF1}" dt="2026-04-01T15:56:10.215" v="18" actId="47"/>
        <pc:sldMkLst>
          <pc:docMk/>
          <pc:sldMk cId="626950835" sldId="2147481540"/>
        </pc:sldMkLst>
      </pc:sldChg>
      <pc:sldChg chg="del">
        <pc:chgData name="Dan Schiff" userId="eea68032-6692-4cf0-a04b-8cc0fcbbf29a" providerId="ADAL" clId="{5248E60F-35E1-4850-B07A-437A47829DF1}" dt="2026-04-01T15:54:00.874" v="5" actId="47"/>
        <pc:sldMkLst>
          <pc:docMk/>
          <pc:sldMk cId="1264203955" sldId="2147481541"/>
        </pc:sldMkLst>
      </pc:sldChg>
      <pc:sldChg chg="del">
        <pc:chgData name="Dan Schiff" userId="eea68032-6692-4cf0-a04b-8cc0fcbbf29a" providerId="ADAL" clId="{5248E60F-35E1-4850-B07A-437A47829DF1}" dt="2026-04-01T15:54:48.080" v="12" actId="47"/>
        <pc:sldMkLst>
          <pc:docMk/>
          <pc:sldMk cId="26603977" sldId="2147481542"/>
        </pc:sldMkLst>
      </pc:sldChg>
      <pc:sldChg chg="del">
        <pc:chgData name="Dan Schiff" userId="eea68032-6692-4cf0-a04b-8cc0fcbbf29a" providerId="ADAL" clId="{5248E60F-35E1-4850-B07A-437A47829DF1}" dt="2026-04-01T15:55:14.130" v="14" actId="47"/>
        <pc:sldMkLst>
          <pc:docMk/>
          <pc:sldMk cId="4105841718" sldId="2147481543"/>
        </pc:sldMkLst>
      </pc:sldChg>
      <pc:sldChg chg="del">
        <pc:chgData name="Dan Schiff" userId="eea68032-6692-4cf0-a04b-8cc0fcbbf29a" providerId="ADAL" clId="{5248E60F-35E1-4850-B07A-437A47829DF1}" dt="2026-04-01T15:55:14.130" v="14" actId="47"/>
        <pc:sldMkLst>
          <pc:docMk/>
          <pc:sldMk cId="2940554012" sldId="2147481544"/>
        </pc:sldMkLst>
      </pc:sldChg>
      <pc:sldChg chg="del">
        <pc:chgData name="Dan Schiff" userId="eea68032-6692-4cf0-a04b-8cc0fcbbf29a" providerId="ADAL" clId="{5248E60F-35E1-4850-B07A-437A47829DF1}" dt="2026-04-01T15:55:14.130" v="14" actId="47"/>
        <pc:sldMkLst>
          <pc:docMk/>
          <pc:sldMk cId="2453534533" sldId="2147481545"/>
        </pc:sldMkLst>
      </pc:sldChg>
      <pc:sldChg chg="del">
        <pc:chgData name="Dan Schiff" userId="eea68032-6692-4cf0-a04b-8cc0fcbbf29a" providerId="ADAL" clId="{5248E60F-35E1-4850-B07A-437A47829DF1}" dt="2026-04-01T15:55:25.039" v="15" actId="47"/>
        <pc:sldMkLst>
          <pc:docMk/>
          <pc:sldMk cId="3653283522" sldId="2147481546"/>
        </pc:sldMkLst>
      </pc:sldChg>
      <pc:sldChg chg="del">
        <pc:chgData name="Dan Schiff" userId="eea68032-6692-4cf0-a04b-8cc0fcbbf29a" providerId="ADAL" clId="{5248E60F-35E1-4850-B07A-437A47829DF1}" dt="2026-04-01T15:56:10.215" v="18" actId="47"/>
        <pc:sldMkLst>
          <pc:docMk/>
          <pc:sldMk cId="3456166757" sldId="2147481547"/>
        </pc:sldMkLst>
      </pc:sldChg>
      <pc:sldChg chg="del">
        <pc:chgData name="Dan Schiff" userId="eea68032-6692-4cf0-a04b-8cc0fcbbf29a" providerId="ADAL" clId="{5248E60F-35E1-4850-B07A-437A47829DF1}" dt="2026-04-01T15:56:10.215" v="18" actId="47"/>
        <pc:sldMkLst>
          <pc:docMk/>
          <pc:sldMk cId="1931774457" sldId="2147481548"/>
        </pc:sldMkLst>
      </pc:sldChg>
      <pc:sldChg chg="del">
        <pc:chgData name="Dan Schiff" userId="eea68032-6692-4cf0-a04b-8cc0fcbbf29a" providerId="ADAL" clId="{5248E60F-35E1-4850-B07A-437A47829DF1}" dt="2026-04-01T15:56:10.215" v="18" actId="47"/>
        <pc:sldMkLst>
          <pc:docMk/>
          <pc:sldMk cId="3837288263" sldId="2147481549"/>
        </pc:sldMkLst>
      </pc:sldChg>
      <pc:sldChg chg="del">
        <pc:chgData name="Dan Schiff" userId="eea68032-6692-4cf0-a04b-8cc0fcbbf29a" providerId="ADAL" clId="{5248E60F-35E1-4850-B07A-437A47829DF1}" dt="2026-04-01T15:54:17.826" v="9" actId="47"/>
        <pc:sldMkLst>
          <pc:docMk/>
          <pc:sldMk cId="970155489" sldId="2147481550"/>
        </pc:sldMkLst>
      </pc:sldChg>
      <pc:sldChg chg="del">
        <pc:chgData name="Dan Schiff" userId="eea68032-6692-4cf0-a04b-8cc0fcbbf29a" providerId="ADAL" clId="{5248E60F-35E1-4850-B07A-437A47829DF1}" dt="2026-04-01T15:54:03.886" v="8" actId="47"/>
        <pc:sldMkLst>
          <pc:docMk/>
          <pc:sldMk cId="3881076586" sldId="2147481551"/>
        </pc:sldMkLst>
      </pc:sldChg>
      <pc:sldChg chg="del">
        <pc:chgData name="Dan Schiff" userId="eea68032-6692-4cf0-a04b-8cc0fcbbf29a" providerId="ADAL" clId="{5248E60F-35E1-4850-B07A-437A47829DF1}" dt="2026-04-01T15:54:17.826" v="9" actId="47"/>
        <pc:sldMkLst>
          <pc:docMk/>
          <pc:sldMk cId="1451248627" sldId="2147481552"/>
        </pc:sldMkLst>
      </pc:sldChg>
      <pc:sldChg chg="del">
        <pc:chgData name="Dan Schiff" userId="eea68032-6692-4cf0-a04b-8cc0fcbbf29a" providerId="ADAL" clId="{5248E60F-35E1-4850-B07A-437A47829DF1}" dt="2026-04-01T15:54:17.826" v="9" actId="47"/>
        <pc:sldMkLst>
          <pc:docMk/>
          <pc:sldMk cId="1710007918" sldId="2147481553"/>
        </pc:sldMkLst>
      </pc:sldChg>
      <pc:sldChg chg="del">
        <pc:chgData name="Dan Schiff" userId="eea68032-6692-4cf0-a04b-8cc0fcbbf29a" providerId="ADAL" clId="{5248E60F-35E1-4850-B07A-437A47829DF1}" dt="2026-04-01T15:54:27.020" v="10" actId="47"/>
        <pc:sldMkLst>
          <pc:docMk/>
          <pc:sldMk cId="2916331783" sldId="2147481554"/>
        </pc:sldMkLst>
      </pc:sldChg>
      <pc:sldChg chg="del">
        <pc:chgData name="Dan Schiff" userId="eea68032-6692-4cf0-a04b-8cc0fcbbf29a" providerId="ADAL" clId="{5248E60F-35E1-4850-B07A-437A47829DF1}" dt="2026-04-01T15:54:32.906" v="11" actId="47"/>
        <pc:sldMkLst>
          <pc:docMk/>
          <pc:sldMk cId="418481973" sldId="2147481555"/>
        </pc:sldMkLst>
      </pc:sldChg>
      <pc:sldChg chg="del">
        <pc:chgData name="Dan Schiff" userId="eea68032-6692-4cf0-a04b-8cc0fcbbf29a" providerId="ADAL" clId="{5248E60F-35E1-4850-B07A-437A47829DF1}" dt="2026-04-01T15:54:48.080" v="12" actId="47"/>
        <pc:sldMkLst>
          <pc:docMk/>
          <pc:sldMk cId="3368113917" sldId="2147481556"/>
        </pc:sldMkLst>
      </pc:sldChg>
      <pc:sldChg chg="del">
        <pc:chgData name="Dan Schiff" userId="eea68032-6692-4cf0-a04b-8cc0fcbbf29a" providerId="ADAL" clId="{5248E60F-35E1-4850-B07A-437A47829DF1}" dt="2026-04-01T15:54:48.080" v="12" actId="47"/>
        <pc:sldMkLst>
          <pc:docMk/>
          <pc:sldMk cId="4138022892" sldId="2147481557"/>
        </pc:sldMkLst>
      </pc:sldChg>
      <pc:sldChg chg="del">
        <pc:chgData name="Dan Schiff" userId="eea68032-6692-4cf0-a04b-8cc0fcbbf29a" providerId="ADAL" clId="{5248E60F-35E1-4850-B07A-437A47829DF1}" dt="2026-04-01T15:54:48.080" v="12" actId="47"/>
        <pc:sldMkLst>
          <pc:docMk/>
          <pc:sldMk cId="54504015" sldId="2147481558"/>
        </pc:sldMkLst>
      </pc:sldChg>
      <pc:sldChg chg="del">
        <pc:chgData name="Dan Schiff" userId="eea68032-6692-4cf0-a04b-8cc0fcbbf29a" providerId="ADAL" clId="{5248E60F-35E1-4850-B07A-437A47829DF1}" dt="2026-04-01T15:54:58.890" v="13" actId="47"/>
        <pc:sldMkLst>
          <pc:docMk/>
          <pc:sldMk cId="3663009527" sldId="2147481559"/>
        </pc:sldMkLst>
      </pc:sldChg>
      <pc:sldChg chg="del">
        <pc:chgData name="Dan Schiff" userId="eea68032-6692-4cf0-a04b-8cc0fcbbf29a" providerId="ADAL" clId="{5248E60F-35E1-4850-B07A-437A47829DF1}" dt="2026-04-01T15:56:10.215" v="18" actId="47"/>
        <pc:sldMkLst>
          <pc:docMk/>
          <pc:sldMk cId="4041403667" sldId="2147481560"/>
        </pc:sldMkLst>
      </pc:sldChg>
      <pc:sldChg chg="del">
        <pc:chgData name="Dan Schiff" userId="eea68032-6692-4cf0-a04b-8cc0fcbbf29a" providerId="ADAL" clId="{5248E60F-35E1-4850-B07A-437A47829DF1}" dt="2026-04-01T15:55:14.130" v="14" actId="47"/>
        <pc:sldMkLst>
          <pc:docMk/>
          <pc:sldMk cId="865265469" sldId="2147481562"/>
        </pc:sldMkLst>
      </pc:sldChg>
      <pc:sldChg chg="del">
        <pc:chgData name="Dan Schiff" userId="eea68032-6692-4cf0-a04b-8cc0fcbbf29a" providerId="ADAL" clId="{5248E60F-35E1-4850-B07A-437A47829DF1}" dt="2026-04-01T15:55:25.039" v="15" actId="47"/>
        <pc:sldMkLst>
          <pc:docMk/>
          <pc:sldMk cId="443487704" sldId="2147481563"/>
        </pc:sldMkLst>
      </pc:sldChg>
      <pc:sldChg chg="del">
        <pc:chgData name="Dan Schiff" userId="eea68032-6692-4cf0-a04b-8cc0fcbbf29a" providerId="ADAL" clId="{5248E60F-35E1-4850-B07A-437A47829DF1}" dt="2026-04-01T15:55:34.846" v="16" actId="47"/>
        <pc:sldMkLst>
          <pc:docMk/>
          <pc:sldMk cId="3129723494" sldId="2147481564"/>
        </pc:sldMkLst>
      </pc:sldChg>
      <pc:sldChg chg="del">
        <pc:chgData name="Dan Schiff" userId="eea68032-6692-4cf0-a04b-8cc0fcbbf29a" providerId="ADAL" clId="{5248E60F-35E1-4850-B07A-437A47829DF1}" dt="2026-04-01T15:55:44.481" v="17" actId="47"/>
        <pc:sldMkLst>
          <pc:docMk/>
          <pc:sldMk cId="561533319" sldId="2147481565"/>
        </pc:sldMkLst>
      </pc:sldChg>
      <pc:sldChg chg="del">
        <pc:chgData name="Dan Schiff" userId="eea68032-6692-4cf0-a04b-8cc0fcbbf29a" providerId="ADAL" clId="{5248E60F-35E1-4850-B07A-437A47829DF1}" dt="2026-04-01T15:56:10.215" v="18" actId="47"/>
        <pc:sldMkLst>
          <pc:docMk/>
          <pc:sldMk cId="2733272347" sldId="2147481566"/>
        </pc:sldMkLst>
      </pc:sldChg>
      <pc:sldChg chg="del">
        <pc:chgData name="Dan Schiff" userId="eea68032-6692-4cf0-a04b-8cc0fcbbf29a" providerId="ADAL" clId="{5248E60F-35E1-4850-B07A-437A47829DF1}" dt="2026-04-01T15:56:10.215" v="18" actId="47"/>
        <pc:sldMkLst>
          <pc:docMk/>
          <pc:sldMk cId="3165224585" sldId="2147481567"/>
        </pc:sldMkLst>
      </pc:sldChg>
      <pc:sldChg chg="del">
        <pc:chgData name="Dan Schiff" userId="eea68032-6692-4cf0-a04b-8cc0fcbbf29a" providerId="ADAL" clId="{5248E60F-35E1-4850-B07A-437A47829DF1}" dt="2026-04-01T15:56:10.215" v="18" actId="47"/>
        <pc:sldMkLst>
          <pc:docMk/>
          <pc:sldMk cId="3824936586" sldId="2147481568"/>
        </pc:sldMkLst>
      </pc:sldChg>
      <pc:sldChg chg="del">
        <pc:chgData name="Dan Schiff" userId="eea68032-6692-4cf0-a04b-8cc0fcbbf29a" providerId="ADAL" clId="{5248E60F-35E1-4850-B07A-437A47829DF1}" dt="2026-04-01T15:56:10.215" v="18" actId="47"/>
        <pc:sldMkLst>
          <pc:docMk/>
          <pc:sldMk cId="3508184020" sldId="2147481569"/>
        </pc:sldMkLst>
      </pc:sldChg>
      <pc:sldChg chg="del">
        <pc:chgData name="Dan Schiff" userId="eea68032-6692-4cf0-a04b-8cc0fcbbf29a" providerId="ADAL" clId="{5248E60F-35E1-4850-B07A-437A47829DF1}" dt="2026-04-01T15:56:10.215" v="18" actId="47"/>
        <pc:sldMkLst>
          <pc:docMk/>
          <pc:sldMk cId="639943725" sldId="2147481570"/>
        </pc:sldMkLst>
      </pc:sldChg>
      <pc:sldChg chg="del">
        <pc:chgData name="Dan Schiff" userId="eea68032-6692-4cf0-a04b-8cc0fcbbf29a" providerId="ADAL" clId="{5248E60F-35E1-4850-B07A-437A47829DF1}" dt="2026-04-01T15:56:10.215" v="18" actId="47"/>
        <pc:sldMkLst>
          <pc:docMk/>
          <pc:sldMk cId="1830896256" sldId="2147481571"/>
        </pc:sldMkLst>
      </pc:sldChg>
      <pc:sldChg chg="del">
        <pc:chgData name="Dan Schiff" userId="eea68032-6692-4cf0-a04b-8cc0fcbbf29a" providerId="ADAL" clId="{5248E60F-35E1-4850-B07A-437A47829DF1}" dt="2026-04-01T15:56:10.215" v="18" actId="47"/>
        <pc:sldMkLst>
          <pc:docMk/>
          <pc:sldMk cId="3756607315" sldId="2147481572"/>
        </pc:sldMkLst>
      </pc:sldChg>
      <pc:sldChg chg="del">
        <pc:chgData name="Dan Schiff" userId="eea68032-6692-4cf0-a04b-8cc0fcbbf29a" providerId="ADAL" clId="{5248E60F-35E1-4850-B07A-437A47829DF1}" dt="2026-04-01T15:56:10.215" v="18" actId="47"/>
        <pc:sldMkLst>
          <pc:docMk/>
          <pc:sldMk cId="216452548" sldId="2147481573"/>
        </pc:sldMkLst>
      </pc:sldChg>
      <pc:sldChg chg="del">
        <pc:chgData name="Dan Schiff" userId="eea68032-6692-4cf0-a04b-8cc0fcbbf29a" providerId="ADAL" clId="{5248E60F-35E1-4850-B07A-437A47829DF1}" dt="2026-04-01T15:56:10.215" v="18" actId="47"/>
        <pc:sldMkLst>
          <pc:docMk/>
          <pc:sldMk cId="2951286082" sldId="2147481574"/>
        </pc:sldMkLst>
      </pc:sldChg>
      <pc:sldChg chg="del">
        <pc:chgData name="Dan Schiff" userId="eea68032-6692-4cf0-a04b-8cc0fcbbf29a" providerId="ADAL" clId="{5248E60F-35E1-4850-B07A-437A47829DF1}" dt="2026-04-01T15:56:10.215" v="18" actId="47"/>
        <pc:sldMkLst>
          <pc:docMk/>
          <pc:sldMk cId="3226778633" sldId="2147481575"/>
        </pc:sldMkLst>
      </pc:sldChg>
      <pc:sldChg chg="del">
        <pc:chgData name="Dan Schiff" userId="eea68032-6692-4cf0-a04b-8cc0fcbbf29a" providerId="ADAL" clId="{5248E60F-35E1-4850-B07A-437A47829DF1}" dt="2026-04-01T15:56:10.215" v="18" actId="47"/>
        <pc:sldMkLst>
          <pc:docMk/>
          <pc:sldMk cId="439572025" sldId="2147481576"/>
        </pc:sldMkLst>
      </pc:sldChg>
      <pc:sldChg chg="del">
        <pc:chgData name="Dan Schiff" userId="eea68032-6692-4cf0-a04b-8cc0fcbbf29a" providerId="ADAL" clId="{5248E60F-35E1-4850-B07A-437A47829DF1}" dt="2026-04-01T15:56:10.215" v="18" actId="47"/>
        <pc:sldMkLst>
          <pc:docMk/>
          <pc:sldMk cId="2791279371" sldId="2147481577"/>
        </pc:sldMkLst>
      </pc:sldChg>
      <pc:sldChg chg="del">
        <pc:chgData name="Dan Schiff" userId="eea68032-6692-4cf0-a04b-8cc0fcbbf29a" providerId="ADAL" clId="{5248E60F-35E1-4850-B07A-437A47829DF1}" dt="2026-04-01T15:56:10.215" v="18" actId="47"/>
        <pc:sldMkLst>
          <pc:docMk/>
          <pc:sldMk cId="2566248460" sldId="2147481578"/>
        </pc:sldMkLst>
      </pc:sldChg>
      <pc:sldChg chg="del">
        <pc:chgData name="Dan Schiff" userId="eea68032-6692-4cf0-a04b-8cc0fcbbf29a" providerId="ADAL" clId="{5248E60F-35E1-4850-B07A-437A47829DF1}" dt="2026-04-01T15:56:10.215" v="18" actId="47"/>
        <pc:sldMkLst>
          <pc:docMk/>
          <pc:sldMk cId="1575957927" sldId="2147481579"/>
        </pc:sldMkLst>
      </pc:sldChg>
      <pc:sldChg chg="del">
        <pc:chgData name="Dan Schiff" userId="eea68032-6692-4cf0-a04b-8cc0fcbbf29a" providerId="ADAL" clId="{5248E60F-35E1-4850-B07A-437A47829DF1}" dt="2026-04-01T15:56:10.215" v="18" actId="47"/>
        <pc:sldMkLst>
          <pc:docMk/>
          <pc:sldMk cId="887394275" sldId="2147481580"/>
        </pc:sldMkLst>
      </pc:sldChg>
      <pc:sldChg chg="del">
        <pc:chgData name="Dan Schiff" userId="eea68032-6692-4cf0-a04b-8cc0fcbbf29a" providerId="ADAL" clId="{5248E60F-35E1-4850-B07A-437A47829DF1}" dt="2026-04-01T15:56:10.215" v="18" actId="47"/>
        <pc:sldMkLst>
          <pc:docMk/>
          <pc:sldMk cId="771765531" sldId="2147481581"/>
        </pc:sldMkLst>
      </pc:sldChg>
      <pc:sldChg chg="del">
        <pc:chgData name="Dan Schiff" userId="eea68032-6692-4cf0-a04b-8cc0fcbbf29a" providerId="ADAL" clId="{5248E60F-35E1-4850-B07A-437A47829DF1}" dt="2026-04-01T15:56:10.215" v="18" actId="47"/>
        <pc:sldMkLst>
          <pc:docMk/>
          <pc:sldMk cId="1374661402" sldId="2147481582"/>
        </pc:sldMkLst>
      </pc:sldChg>
      <pc:sldChg chg="del">
        <pc:chgData name="Dan Schiff" userId="eea68032-6692-4cf0-a04b-8cc0fcbbf29a" providerId="ADAL" clId="{5248E60F-35E1-4850-B07A-437A47829DF1}" dt="2026-04-01T15:56:10.215" v="18" actId="47"/>
        <pc:sldMkLst>
          <pc:docMk/>
          <pc:sldMk cId="205143932" sldId="2147481583"/>
        </pc:sldMkLst>
      </pc:sldChg>
      <pc:sldChg chg="del">
        <pc:chgData name="Dan Schiff" userId="eea68032-6692-4cf0-a04b-8cc0fcbbf29a" providerId="ADAL" clId="{5248E60F-35E1-4850-B07A-437A47829DF1}" dt="2026-04-01T15:56:10.215" v="18" actId="47"/>
        <pc:sldMkLst>
          <pc:docMk/>
          <pc:sldMk cId="389033715" sldId="2147481584"/>
        </pc:sldMkLst>
      </pc:sldChg>
      <pc:sldChg chg="del">
        <pc:chgData name="Dan Schiff" userId="eea68032-6692-4cf0-a04b-8cc0fcbbf29a" providerId="ADAL" clId="{5248E60F-35E1-4850-B07A-437A47829DF1}" dt="2026-04-01T15:56:10.215" v="18" actId="47"/>
        <pc:sldMkLst>
          <pc:docMk/>
          <pc:sldMk cId="601502252" sldId="2147481585"/>
        </pc:sldMkLst>
      </pc:sldChg>
      <pc:sldChg chg="del">
        <pc:chgData name="Dan Schiff" userId="eea68032-6692-4cf0-a04b-8cc0fcbbf29a" providerId="ADAL" clId="{5248E60F-35E1-4850-B07A-437A47829DF1}" dt="2026-04-01T15:56:10.215" v="18" actId="47"/>
        <pc:sldMkLst>
          <pc:docMk/>
          <pc:sldMk cId="2101887766" sldId="2147481586"/>
        </pc:sldMkLst>
      </pc:sldChg>
      <pc:sldChg chg="del">
        <pc:chgData name="Dan Schiff" userId="eea68032-6692-4cf0-a04b-8cc0fcbbf29a" providerId="ADAL" clId="{5248E60F-35E1-4850-B07A-437A47829DF1}" dt="2026-04-01T15:56:10.215" v="18" actId="47"/>
        <pc:sldMkLst>
          <pc:docMk/>
          <pc:sldMk cId="648360846" sldId="2147481587"/>
        </pc:sldMkLst>
      </pc:sldChg>
      <pc:sldChg chg="del">
        <pc:chgData name="Dan Schiff" userId="eea68032-6692-4cf0-a04b-8cc0fcbbf29a" providerId="ADAL" clId="{5248E60F-35E1-4850-B07A-437A47829DF1}" dt="2026-04-01T15:56:10.215" v="18" actId="47"/>
        <pc:sldMkLst>
          <pc:docMk/>
          <pc:sldMk cId="3522958903" sldId="2147481588"/>
        </pc:sldMkLst>
      </pc:sldChg>
      <pc:sldMasterChg chg="delSldLayout">
        <pc:chgData name="Dan Schiff" userId="eea68032-6692-4cf0-a04b-8cc0fcbbf29a" providerId="ADAL" clId="{5248E60F-35E1-4850-B07A-437A47829DF1}" dt="2026-04-01T15:56:10.215" v="18" actId="47"/>
        <pc:sldMasterMkLst>
          <pc:docMk/>
          <pc:sldMasterMk cId="2395691029" sldId="2147485602"/>
        </pc:sldMasterMkLst>
        <pc:sldLayoutChg chg="del">
          <pc:chgData name="Dan Schiff" userId="eea68032-6692-4cf0-a04b-8cc0fcbbf29a" providerId="ADAL" clId="{5248E60F-35E1-4850-B07A-437A47829DF1}" dt="2026-04-01T15:56:10.215" v="18" actId="47"/>
          <pc:sldLayoutMkLst>
            <pc:docMk/>
            <pc:sldMasterMk cId="2395691029" sldId="2147485602"/>
            <pc:sldLayoutMk cId="657194882" sldId="2147485648"/>
          </pc:sldLayoutMkLst>
        </pc:sldLayoutChg>
        <pc:sldLayoutChg chg="del">
          <pc:chgData name="Dan Schiff" userId="eea68032-6692-4cf0-a04b-8cc0fcbbf29a" providerId="ADAL" clId="{5248E60F-35E1-4850-B07A-437A47829DF1}" dt="2026-04-01T15:55:44.481" v="17" actId="47"/>
          <pc:sldLayoutMkLst>
            <pc:docMk/>
            <pc:sldMasterMk cId="2395691029" sldId="2147485602"/>
            <pc:sldLayoutMk cId="2382106554" sldId="2147485655"/>
          </pc:sldLayoutMkLst>
        </pc:sldLayoutChg>
        <pc:sldLayoutChg chg="del">
          <pc:chgData name="Dan Schiff" userId="eea68032-6692-4cf0-a04b-8cc0fcbbf29a" providerId="ADAL" clId="{5248E60F-35E1-4850-B07A-437A47829DF1}" dt="2026-04-01T15:56:10.215" v="18" actId="47"/>
          <pc:sldLayoutMkLst>
            <pc:docMk/>
            <pc:sldMasterMk cId="2395691029" sldId="2147485602"/>
            <pc:sldLayoutMk cId="1172129466" sldId="2147485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DDA86-E87F-4C01-A7E1-0A9A348DC4CB}" type="datetimeFigureOut">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84625-16E3-48F6-AE84-FDD145F80D09}" type="slidenum">
              <a:t>‹#›</a:t>
            </a:fld>
            <a:endParaRPr lang="en-US"/>
          </a:p>
        </p:txBody>
      </p:sp>
    </p:spTree>
    <p:extLst>
      <p:ext uri="{BB962C8B-B14F-4D97-AF65-F5344CB8AC3E}">
        <p14:creationId xmlns:p14="http://schemas.microsoft.com/office/powerpoint/2010/main" val="253562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8AAD21-4BDE-431D-A994-3E998204BA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8476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D4D1-BCE0-74C7-2B76-7A0DF5C80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23BC5-8556-9937-BB1E-D5B9214282FA}"/>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40D0887E-1F94-6A8A-C972-3696751C8C1C}"/>
              </a:ext>
            </a:extLst>
          </p:cNvPr>
          <p:cNvSpPr>
            <a:spLocks noGrp="1"/>
          </p:cNvSpPr>
          <p:nvPr>
            <p:ph type="body" idx="1"/>
          </p:nvPr>
        </p:nvSpPr>
        <p:spPr/>
        <p:txBody>
          <a:bodyPr/>
          <a:lstStyle/>
          <a:p>
            <a:pPr fontAlgn="t"/>
            <a:endParaRPr lang="en-US" sz="1200" b="1" i="0" u="none" strike="noStrike" kern="1200" cap="none" spc="0" baseline="0">
              <a:solidFill>
                <a:schemeClr val="dk1"/>
              </a:solidFill>
              <a:uFillTx/>
              <a:latin typeface="Calibri"/>
              <a:ea typeface="Calibri"/>
              <a:cs typeface="Calibri"/>
            </a:endParaRPr>
          </a:p>
        </p:txBody>
      </p:sp>
      <p:sp>
        <p:nvSpPr>
          <p:cNvPr id="4" name="Slide Number Placeholder 3">
            <a:extLst>
              <a:ext uri="{FF2B5EF4-FFF2-40B4-BE49-F238E27FC236}">
                <a16:creationId xmlns:a16="http://schemas.microsoft.com/office/drawing/2014/main" id="{020D8CC5-74BC-F6B1-D95E-1649C6C4DB69}"/>
              </a:ext>
            </a:extLst>
          </p:cNvPr>
          <p:cNvSpPr>
            <a:spLocks noGrp="1"/>
          </p:cNvSpPr>
          <p:nvPr>
            <p:ph type="sldNum" sz="quarter" idx="5"/>
          </p:nvPr>
        </p:nvSpPr>
        <p:spPr/>
        <p:txBody>
          <a:bodyPr/>
          <a:lstStyle/>
          <a:p>
            <a:fld id="{E62A2443-7E0A-459B-B15D-977FF4066ABA}" type="slidenum">
              <a:rPr lang="en-US" smtClean="0"/>
              <a:t>2</a:t>
            </a:fld>
            <a:endParaRPr lang="en-US"/>
          </a:p>
        </p:txBody>
      </p:sp>
    </p:spTree>
    <p:extLst>
      <p:ext uri="{BB962C8B-B14F-4D97-AF65-F5344CB8AC3E}">
        <p14:creationId xmlns:p14="http://schemas.microsoft.com/office/powerpoint/2010/main" val="724362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9052-95FE-5DCB-E536-92E1F2C64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B39A7-E6FC-F71A-5040-DDD5605F3347}"/>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821F25F0-2126-033B-9E22-4C9A4FB660C2}"/>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E5D0564-909B-D00C-1750-9F0DCDD5C159}"/>
              </a:ext>
            </a:extLst>
          </p:cNvPr>
          <p:cNvSpPr>
            <a:spLocks noGrp="1"/>
          </p:cNvSpPr>
          <p:nvPr>
            <p:ph type="sldNum" sz="quarter" idx="5"/>
          </p:nvPr>
        </p:nvSpPr>
        <p:spPr/>
        <p:txBody>
          <a:bodyPr/>
          <a:lstStyle/>
          <a:p>
            <a:fld id="{E62A2443-7E0A-459B-B15D-977FF4066ABA}" type="slidenum">
              <a:rPr lang="en-US" smtClean="0"/>
              <a:t>3</a:t>
            </a:fld>
            <a:endParaRPr lang="en-US"/>
          </a:p>
        </p:txBody>
      </p:sp>
    </p:spTree>
    <p:extLst>
      <p:ext uri="{BB962C8B-B14F-4D97-AF65-F5344CB8AC3E}">
        <p14:creationId xmlns:p14="http://schemas.microsoft.com/office/powerpoint/2010/main" val="905448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B504-6D3D-A787-0D04-CB7AAD05D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56B5F-7D39-B281-FF4B-26BD8E99E528}"/>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1BDBFB9B-76F5-2214-B4ED-67E731373373}"/>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9CB46A6E-4F90-EA69-B968-0E8D451F1EAC}"/>
              </a:ext>
            </a:extLst>
          </p:cNvPr>
          <p:cNvSpPr>
            <a:spLocks noGrp="1"/>
          </p:cNvSpPr>
          <p:nvPr>
            <p:ph type="sldNum" sz="quarter" idx="5"/>
          </p:nvPr>
        </p:nvSpPr>
        <p:spPr/>
        <p:txBody>
          <a:bodyPr/>
          <a:lstStyle/>
          <a:p>
            <a:fld id="{E62A2443-7E0A-459B-B15D-977FF4066ABA}" type="slidenum">
              <a:rPr lang="en-US" smtClean="0"/>
              <a:t>4</a:t>
            </a:fld>
            <a:endParaRPr lang="en-US"/>
          </a:p>
        </p:txBody>
      </p:sp>
    </p:spTree>
    <p:extLst>
      <p:ext uri="{BB962C8B-B14F-4D97-AF65-F5344CB8AC3E}">
        <p14:creationId xmlns:p14="http://schemas.microsoft.com/office/powerpoint/2010/main" val="3859025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624B-A010-562E-2139-6BF305CAC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3121A-2202-6D78-2746-ECE4088E1030}"/>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52D3AA98-8F79-C591-807B-1971AA77AE13}"/>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B504CE1-F378-38DD-0988-22117C92AA14}"/>
              </a:ext>
            </a:extLst>
          </p:cNvPr>
          <p:cNvSpPr>
            <a:spLocks noGrp="1"/>
          </p:cNvSpPr>
          <p:nvPr>
            <p:ph type="sldNum" sz="quarter" idx="5"/>
          </p:nvPr>
        </p:nvSpPr>
        <p:spPr/>
        <p:txBody>
          <a:bodyPr/>
          <a:lstStyle/>
          <a:p>
            <a:fld id="{E62A2443-7E0A-459B-B15D-977FF4066ABA}" type="slidenum">
              <a:rPr lang="en-US" smtClean="0"/>
              <a:t>5</a:t>
            </a:fld>
            <a:endParaRPr lang="en-US"/>
          </a:p>
        </p:txBody>
      </p:sp>
    </p:spTree>
    <p:extLst>
      <p:ext uri="{BB962C8B-B14F-4D97-AF65-F5344CB8AC3E}">
        <p14:creationId xmlns:p14="http://schemas.microsoft.com/office/powerpoint/2010/main" val="1588310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8C3EC-06E4-C1ED-4AAD-2065C1E0F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E502E-2E64-09EF-01D2-0F113C32A4F2}"/>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E50ADCD5-2422-500F-B34C-D5D22C2C589E}"/>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B41E272F-A5C7-8A7F-A16C-432D2A672434}"/>
              </a:ext>
            </a:extLst>
          </p:cNvPr>
          <p:cNvSpPr>
            <a:spLocks noGrp="1"/>
          </p:cNvSpPr>
          <p:nvPr>
            <p:ph type="sldNum" sz="quarter" idx="5"/>
          </p:nvPr>
        </p:nvSpPr>
        <p:spPr/>
        <p:txBody>
          <a:bodyPr/>
          <a:lstStyle/>
          <a:p>
            <a:fld id="{E62A2443-7E0A-459B-B15D-977FF4066ABA}" type="slidenum">
              <a:rPr lang="en-US" smtClean="0"/>
              <a:t>6</a:t>
            </a:fld>
            <a:endParaRPr lang="en-US"/>
          </a:p>
        </p:txBody>
      </p:sp>
    </p:spTree>
    <p:extLst>
      <p:ext uri="{BB962C8B-B14F-4D97-AF65-F5344CB8AC3E}">
        <p14:creationId xmlns:p14="http://schemas.microsoft.com/office/powerpoint/2010/main" val="2461144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D3FD6-D195-72FC-BC67-74FD2F2D4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35957-2AD0-F830-917B-895500DCEAE1}"/>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BBC0079D-9DDF-88EF-76A5-A1772DC7F15C}"/>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DD7211F2-72BC-35D4-DFE2-6F02E7F10B35}"/>
              </a:ext>
            </a:extLst>
          </p:cNvPr>
          <p:cNvSpPr>
            <a:spLocks noGrp="1"/>
          </p:cNvSpPr>
          <p:nvPr>
            <p:ph type="sldNum" sz="quarter" idx="5"/>
          </p:nvPr>
        </p:nvSpPr>
        <p:spPr/>
        <p:txBody>
          <a:bodyPr/>
          <a:lstStyle/>
          <a:p>
            <a:fld id="{E62A2443-7E0A-459B-B15D-977FF4066ABA}" type="slidenum">
              <a:rPr lang="en-US" smtClean="0"/>
              <a:t>7</a:t>
            </a:fld>
            <a:endParaRPr lang="en-US"/>
          </a:p>
        </p:txBody>
      </p:sp>
    </p:spTree>
    <p:extLst>
      <p:ext uri="{BB962C8B-B14F-4D97-AF65-F5344CB8AC3E}">
        <p14:creationId xmlns:p14="http://schemas.microsoft.com/office/powerpoint/2010/main" val="125569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9BD4D-9A10-792C-CD4F-6BD69CCFB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B6AD6-6792-C447-7880-7D28B533D581}"/>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8C61E5EE-4D8D-605A-535E-60C1A648E217}"/>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r>
              <a:rPr lang="en-US" sz="1200" kern="1200">
                <a:solidFill>
                  <a:schemeClr val="tx1"/>
                </a:solidFill>
                <a:effectLst/>
                <a:latin typeface="+mn-lt"/>
                <a:ea typeface="+mn-ea"/>
                <a:cs typeface="+mn-cs"/>
              </a:rPr>
              <a:t>Overall, the Performance Management team had a strong February from an execution standpoint.</a:t>
            </a:r>
          </a:p>
          <a:p>
            <a:endParaRPr lang="en-US"/>
          </a:p>
          <a:p>
            <a:r>
              <a:rPr lang="en-US"/>
              <a:t>We maintained </a:t>
            </a:r>
            <a:r>
              <a:rPr lang="en-US" b="1"/>
              <a:t>high sprint predictability and decreased cycle times</a:t>
            </a:r>
            <a:r>
              <a:rPr lang="en-US"/>
              <a:t>, which reflects solid planning discipline and consistent delivery.</a:t>
            </a:r>
          </a:p>
          <a:p>
            <a:endParaRPr lang="en-US"/>
          </a:p>
          <a:p>
            <a:r>
              <a:rPr lang="en-US"/>
              <a:t>A key accomplishment this quarter was the successful delivery of the </a:t>
            </a:r>
            <a:r>
              <a:rPr lang="en-US" b="1"/>
              <a:t>Multiple Approver project</a:t>
            </a:r>
            <a:r>
              <a:rPr lang="en-US"/>
              <a:t>.  This was a complex initiative that we are excited to be Dev Complete. </a:t>
            </a:r>
            <a:br>
              <a:rPr lang="en-US"/>
            </a:br>
            <a:r>
              <a:rPr lang="en-US"/>
              <a:t>Over the next month, we we plan to </a:t>
            </a:r>
            <a:r>
              <a:rPr lang="en-US" b="1"/>
              <a:t>reduce unplanned work, have greater code coverage and put more focus on PDRs</a:t>
            </a:r>
          </a:p>
          <a:p>
            <a:endParaRPr lang="en-US"/>
          </a:p>
          <a:p>
            <a:r>
              <a:rPr lang="en-US"/>
              <a:t>We are reviewing recent sprints to better understand the main sources of interrupts and late additions, and we’ll be tightening intake and prioritization so we can protect sprint capacity and roadmap commitments.</a:t>
            </a:r>
          </a:p>
          <a:p>
            <a:endParaRPr lang="en-US"/>
          </a:p>
          <a:p>
            <a:r>
              <a:rPr lang="en-US"/>
              <a:t>For code coverage focus, we are driving improvements by adding </a:t>
            </a:r>
            <a:r>
              <a:rPr lang="en-US" b="1"/>
              <a:t>PR and code review checklist requirements</a:t>
            </a:r>
            <a:r>
              <a:rPr lang="en-US"/>
              <a:t>, including unit test verification as a prerequisite for PR approval.</a:t>
            </a:r>
            <a:br>
              <a:rPr lang="en-US"/>
            </a:br>
            <a:endParaRPr lang="en-US"/>
          </a:p>
          <a:p>
            <a:r>
              <a:rPr lang="en-US"/>
              <a:t>We are also planning to leverage </a:t>
            </a:r>
            <a:r>
              <a:rPr lang="en-US" b="1"/>
              <a:t>AI-assisted test generation</a:t>
            </a:r>
            <a:r>
              <a:rPr lang="en-US"/>
              <a:t> to help accelerate coverage without slowing delivery.</a:t>
            </a:r>
          </a:p>
          <a:p>
            <a:endParaRPr lang="en-US"/>
          </a:p>
          <a:p>
            <a:r>
              <a:rPr lang="en-US"/>
              <a:t>As part of this effort, we are targeting a </a:t>
            </a:r>
            <a:r>
              <a:rPr lang="en-US" b="1"/>
              <a:t>10% increase in Journal code coverage</a:t>
            </a:r>
            <a:r>
              <a:rPr lang="en-US"/>
              <a:t>, which should help reduce risk of MINs and move us back toward our goal of zero MINs. We also need to have greater rigor around our negative test case coverage and validation sprint over sprint.</a:t>
            </a:r>
          </a:p>
          <a:p>
            <a:endParaRPr lang="en-US"/>
          </a:p>
          <a:p>
            <a:r>
              <a:rPr lang="en-US"/>
              <a:t>On the PDR side, after the recent review cycle we did see an increase in reported issues, so we are planning to </a:t>
            </a:r>
            <a:r>
              <a:rPr lang="en-US" b="1"/>
              <a:t>prioritize additional PDR work in the next few sprints</a:t>
            </a:r>
            <a:r>
              <a:rPr lang="en-US"/>
              <a:t>.</a:t>
            </a:r>
          </a:p>
          <a:p>
            <a:endParaRPr lang="en-US"/>
          </a:p>
          <a:p>
            <a:r>
              <a:rPr lang="en-US"/>
              <a:t>Our current target is to </a:t>
            </a:r>
            <a:r>
              <a:rPr lang="en-US" b="1"/>
              <a:t>reduce overall PDR count by 16 by the end of April</a:t>
            </a:r>
            <a:r>
              <a:rPr lang="en-US"/>
              <a:t>, while still maintaining roadmap progress.</a:t>
            </a:r>
          </a:p>
          <a:p>
            <a:r>
              <a:rPr lang="en-US"/>
              <a:t>Overall, the team is executing well, and the focus now is on </a:t>
            </a:r>
            <a:r>
              <a:rPr lang="en-US" b="1"/>
              <a:t>efficiency, quality improvements, and maintaining predictability </a:t>
            </a:r>
            <a:r>
              <a:rPr lang="en-US" b="0"/>
              <a:t>as we move through the rest of the quarter.</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r>
              <a:rPr lang="en-US" sz="1200" b="0" i="0" u="none" strike="noStrike" kern="1200" cap="none" spc="0" baseline="0">
                <a:solidFill>
                  <a:schemeClr val="dk1"/>
                </a:solidFill>
                <a:uFillTx/>
                <a:latin typeface="Aptos"/>
              </a:rPr>
              <a:t>---OLD NOTES-----------------</a:t>
            </a:r>
          </a:p>
          <a:p>
            <a:pPr marL="0" lvl="0" indent="0">
              <a:buFont typeface="Arial" panose="020B0604020202020204" pitchFamily="34" charset="0"/>
              <a:buNone/>
            </a:pPr>
            <a:r>
              <a:rPr lang="en-US" sz="1200" b="0" i="0" u="none" strike="noStrike" kern="1200" cap="none" spc="0" baseline="0">
                <a:solidFill>
                  <a:schemeClr val="dk1"/>
                </a:solidFill>
                <a:uFillTx/>
                <a:latin typeface="Aptos"/>
              </a:rPr>
              <a:t>During January the following improvements were realized: </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228600" lvl="0" indent="-228600">
              <a:buFont typeface="Arial" panose="020B0604020202020204" pitchFamily="34" charset="0"/>
              <a:buAutoNum type="arabicPeriod"/>
            </a:pPr>
            <a:r>
              <a:rPr lang="en-US" sz="1200" b="0" i="0" u="none" strike="noStrike" kern="1200" cap="none" spc="0" baseline="0">
                <a:solidFill>
                  <a:schemeClr val="dk1"/>
                </a:solidFill>
                <a:uFillTx/>
                <a:latin typeface="Aptos"/>
              </a:rPr>
              <a:t>A 21% increase in Sprint Predictability based on last months action plan that we plan to continue in February.  </a:t>
            </a:r>
          </a:p>
          <a:p>
            <a:pPr marL="228600" lvl="0" indent="-228600">
              <a:buFont typeface="Arial" panose="020B0604020202020204" pitchFamily="34" charset="0"/>
              <a:buAutoNum type="arabicPeriod"/>
            </a:pPr>
            <a:r>
              <a:rPr lang="en-US" sz="1200" b="0" i="0" u="none" strike="noStrike" kern="1200" cap="none" spc="0" baseline="0">
                <a:solidFill>
                  <a:schemeClr val="dk1"/>
                </a:solidFill>
                <a:uFillTx/>
                <a:latin typeface="Aptos"/>
              </a:rPr>
              <a:t>A 25% reduction in unplanned work that also helps support the Sprint Predictability improvements</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r>
              <a:rPr lang="en-US" sz="1200" b="0" i="0" u="none" strike="noStrike" kern="1200" cap="none" spc="0" baseline="0">
                <a:solidFill>
                  <a:schemeClr val="dk1"/>
                </a:solidFill>
                <a:uFillTx/>
                <a:latin typeface="Aptos"/>
              </a:rPr>
              <a:t>For February the team will continue to have a focus on maintaining gains in Sprint Predictability and minimizing unplanned work, but the team will also focus on: </a:t>
            </a:r>
          </a:p>
          <a:p>
            <a:pPr marL="0" lvl="0" indent="0">
              <a:buFont typeface="Arial" panose="020B0604020202020204" pitchFamily="34" charset="0"/>
              <a:buNone/>
            </a:pPr>
            <a:r>
              <a:rPr lang="en-US" sz="1200" b="0" i="0" u="none" strike="noStrike" kern="1200" cap="none" spc="0" baseline="0">
                <a:solidFill>
                  <a:schemeClr val="dk1"/>
                </a:solidFill>
                <a:uFillTx/>
                <a:latin typeface="Aptos"/>
              </a:rPr>
              <a:t>1. Increasing overall code coverage and having more thorough PR/Code review to help with overall Quality metrics for February</a:t>
            </a:r>
          </a:p>
        </p:txBody>
      </p:sp>
      <p:sp>
        <p:nvSpPr>
          <p:cNvPr id="4" name="Slide Number Placeholder 3">
            <a:extLst>
              <a:ext uri="{FF2B5EF4-FFF2-40B4-BE49-F238E27FC236}">
                <a16:creationId xmlns:a16="http://schemas.microsoft.com/office/drawing/2014/main" id="{7777154B-72D5-4D73-9303-147B5D9128D8}"/>
              </a:ext>
            </a:extLst>
          </p:cNvPr>
          <p:cNvSpPr>
            <a:spLocks noGrp="1"/>
          </p:cNvSpPr>
          <p:nvPr>
            <p:ph type="sldNum" sz="quarter" idx="5"/>
          </p:nvPr>
        </p:nvSpPr>
        <p:spPr/>
        <p:txBody>
          <a:bodyPr/>
          <a:lstStyle/>
          <a:p>
            <a:fld id="{E62A2443-7E0A-459B-B15D-977FF4066ABA}" type="slidenum">
              <a:rPr lang="en-US" smtClean="0"/>
              <a:t>8</a:t>
            </a:fld>
            <a:endParaRPr lang="en-US"/>
          </a:p>
        </p:txBody>
      </p:sp>
    </p:spTree>
    <p:extLst>
      <p:ext uri="{BB962C8B-B14F-4D97-AF65-F5344CB8AC3E}">
        <p14:creationId xmlns:p14="http://schemas.microsoft.com/office/powerpoint/2010/main" val="83771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52F9C-9EF5-A763-408E-2DE767FE7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F348E-A68E-520D-C28C-1D7D4DA29C04}"/>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EEAD8204-663C-8CE8-2540-5F013A5C1934}"/>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DF77B2F5-C11B-94C2-46C4-5FD40D2F809B}"/>
              </a:ext>
            </a:extLst>
          </p:cNvPr>
          <p:cNvSpPr>
            <a:spLocks noGrp="1"/>
          </p:cNvSpPr>
          <p:nvPr>
            <p:ph type="sldNum" sz="quarter" idx="5"/>
          </p:nvPr>
        </p:nvSpPr>
        <p:spPr/>
        <p:txBody>
          <a:bodyPr/>
          <a:lstStyle/>
          <a:p>
            <a:fld id="{E62A2443-7E0A-459B-B15D-977FF4066ABA}" type="slidenum">
              <a:rPr lang="en-US" smtClean="0"/>
              <a:t>9</a:t>
            </a:fld>
            <a:endParaRPr lang="en-US"/>
          </a:p>
        </p:txBody>
      </p:sp>
    </p:spTree>
    <p:extLst>
      <p:ext uri="{BB962C8B-B14F-4D97-AF65-F5344CB8AC3E}">
        <p14:creationId xmlns:p14="http://schemas.microsoft.com/office/powerpoint/2010/main" val="1098611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98F5-4AC3-E56E-A859-925449F7E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7AD91-9665-51AF-314D-E4283194DB0B}"/>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2115FC4B-60A1-FFE6-8D03-F6DBEA90C2F0}"/>
              </a:ext>
            </a:extLst>
          </p:cNvPr>
          <p:cNvSpPr>
            <a:spLocks noGrp="1"/>
          </p:cNvSpPr>
          <p:nvPr>
            <p:ph type="body" idx="1"/>
          </p:nvPr>
        </p:nvSpPr>
        <p:spPr/>
        <p:txBody>
          <a:bodyPr/>
          <a:lstStyle/>
          <a:p>
            <a:pPr fontAlgn="t"/>
            <a:r>
              <a:rPr lang="en-US" sz="1200" b="0" i="0" kern="1200">
                <a:solidFill>
                  <a:schemeClr val="tx1"/>
                </a:solidFill>
                <a:effectLst/>
                <a:latin typeface="+mn-lt"/>
                <a:ea typeface="+mn-ea"/>
                <a:cs typeface="+mn-cs"/>
              </a:rPr>
              <a:t>The Recruiting team currently consists of two teams located in the US.</a:t>
            </a: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Sprint Predictability:</a:t>
            </a:r>
            <a:endParaRPr lang="en-US" sz="1200" b="0" i="0" kern="1200">
              <a:solidFill>
                <a:schemeClr val="tx1"/>
              </a:solidFill>
              <a:effectLst/>
              <a:latin typeface="+mn-lt"/>
              <a:ea typeface="+mn-ea"/>
              <a:cs typeface="+mn-cs"/>
            </a:endParaRPr>
          </a:p>
          <a:p>
            <a:pPr marL="171450" indent="-171450" fontAlgn="t">
              <a:buFontTx/>
              <a:buChar char="-"/>
            </a:pPr>
            <a:r>
              <a:rPr lang="en-US" sz="1200" b="0" i="0" kern="1200">
                <a:solidFill>
                  <a:schemeClr val="tx1"/>
                </a:solidFill>
                <a:effectLst/>
                <a:latin typeface="+mn-lt"/>
                <a:ea typeface="+mn-ea"/>
                <a:cs typeface="+mn-cs"/>
              </a:rPr>
              <a:t>We saw significant improvement from October to December and for December we were within the industry average</a:t>
            </a:r>
          </a:p>
          <a:p>
            <a:pPr marL="171450" marR="0" lvl="0" indent="-171450" algn="l" defTabSz="914400" rtl="0" eaLnBrk="1" fontAlgn="t" latinLnBrk="0" hangingPunct="1">
              <a:lnSpc>
                <a:spcPct val="100000"/>
              </a:lnSpc>
              <a:spcBef>
                <a:spcPts val="0"/>
              </a:spcBef>
              <a:spcAft>
                <a:spcPts val="0"/>
              </a:spcAft>
              <a:buClrTx/>
              <a:buSzTx/>
              <a:buFontTx/>
              <a:buChar char="-"/>
              <a:tabLst/>
              <a:defRPr/>
            </a:pPr>
            <a:r>
              <a:rPr lang="en-US" sz="1200">
                <a:ea typeface="+mn-lt"/>
                <a:cs typeface="+mn-lt"/>
              </a:rPr>
              <a:t>Continue to improve planning process to prevent sprint overload and ensure we discuss rollover work before automatically pulling everything into the next sprint.</a:t>
            </a:r>
          </a:p>
          <a:p>
            <a:pPr marL="171450" marR="0" lvl="0" indent="-171450" algn="l" defTabSz="914400" rtl="0" eaLnBrk="1" fontAlgn="t" latinLnBrk="0" hangingPunct="1">
              <a:lnSpc>
                <a:spcPct val="100000"/>
              </a:lnSpc>
              <a:spcBef>
                <a:spcPts val="0"/>
              </a:spcBef>
              <a:spcAft>
                <a:spcPts val="0"/>
              </a:spcAft>
              <a:buClrTx/>
              <a:buSzTx/>
              <a:buFontTx/>
              <a:buChar char="-"/>
              <a:tabLst/>
              <a:defRPr/>
            </a:pPr>
            <a:r>
              <a:rPr lang="en-US" sz="1200">
                <a:ea typeface="+mn-lt"/>
                <a:cs typeface="+mn-lt"/>
              </a:rPr>
              <a:t>Targeting sustained predictability to be 80-85% by Feb.</a:t>
            </a:r>
            <a:endParaRPr lang="en-US" sz="1200" b="0" i="0" kern="1200">
              <a:solidFill>
                <a:schemeClr val="tx1"/>
              </a:solidFill>
              <a:effectLst/>
              <a:latin typeface="+mn-lt"/>
              <a:ea typeface="+mn-ea"/>
              <a:cs typeface="+mn-cs"/>
            </a:endParaRP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Unplanned Work:</a:t>
            </a:r>
            <a:endParaRPr lang="en-US" sz="1200" b="0" i="0" kern="1200">
              <a:solidFill>
                <a:schemeClr val="tx1"/>
              </a:solidFill>
              <a:effectLst/>
              <a:latin typeface="+mn-lt"/>
              <a:ea typeface="+mn-ea"/>
              <a:cs typeface="+mn-cs"/>
            </a:endParaRPr>
          </a:p>
          <a:p>
            <a:pPr marL="171450" indent="-171450" fontAlgn="t">
              <a:buFontTx/>
              <a:buChar char="-"/>
            </a:pPr>
            <a:r>
              <a:rPr lang="en-US" sz="1200" b="0" i="0" kern="1200">
                <a:solidFill>
                  <a:schemeClr val="tx1"/>
                </a:solidFill>
                <a:effectLst/>
                <a:latin typeface="+mn-lt"/>
                <a:ea typeface="+mn-ea"/>
                <a:cs typeface="+mn-cs"/>
              </a:rPr>
              <a:t>December focus included dedicated team members to PDRs and unplanned tasks to keep the majority of the team members focused and efficient and we will continue that </a:t>
            </a:r>
          </a:p>
          <a:p>
            <a:pPr marL="171450" indent="-171450" fontAlgn="t">
              <a:buFontTx/>
              <a:buChar char="-"/>
            </a:pPr>
            <a:r>
              <a:rPr lang="en-US" sz="1200" b="0" i="0" kern="1200">
                <a:solidFill>
                  <a:schemeClr val="tx1"/>
                </a:solidFill>
                <a:effectLst/>
                <a:latin typeface="+mn-lt"/>
                <a:ea typeface="+mn-ea"/>
                <a:cs typeface="+mn-cs"/>
              </a:rPr>
              <a:t>This resulted in unplanned work of 6% in December and we are expecting to keep that below 10% going forward</a:t>
            </a: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Investment Mix:</a:t>
            </a:r>
            <a:endParaRPr lang="en-US" sz="1200" b="0" i="0" kern="1200">
              <a:solidFill>
                <a:schemeClr val="tx1"/>
              </a:solidFill>
              <a:effectLst/>
              <a:latin typeface="+mn-lt"/>
              <a:ea typeface="+mn-ea"/>
              <a:cs typeface="+mn-cs"/>
            </a:endParaRPr>
          </a:p>
          <a:p>
            <a:pPr fontAlgn="t"/>
            <a:r>
              <a:rPr lang="en-US" sz="1200" b="0" i="0" kern="1200">
                <a:solidFill>
                  <a:schemeClr val="tx1"/>
                </a:solidFill>
                <a:effectLst/>
                <a:latin typeface="+mn-lt"/>
                <a:ea typeface="+mn-ea"/>
                <a:cs typeface="+mn-cs"/>
              </a:rPr>
              <a:t>- We expected the increase in Tech Debt in December due to holidays and reduced team capacity.</a:t>
            </a:r>
          </a:p>
          <a:p>
            <a:pPr marL="171450" indent="-171450" fontAlgn="t">
              <a:buFontTx/>
              <a:buChar char="-"/>
            </a:pPr>
            <a:r>
              <a:rPr lang="en-US" sz="1200" b="0" i="0" kern="1200">
                <a:solidFill>
                  <a:schemeClr val="tx1"/>
                </a:solidFill>
                <a:effectLst/>
                <a:latin typeface="+mn-lt"/>
                <a:ea typeface="+mn-ea"/>
                <a:cs typeface="+mn-cs"/>
              </a:rPr>
              <a:t>The team typically prioritizes more </a:t>
            </a:r>
            <a:r>
              <a:rPr lang="en-US" sz="1200" b="1" i="0" kern="1200">
                <a:solidFill>
                  <a:schemeClr val="tx1"/>
                </a:solidFill>
                <a:effectLst/>
                <a:latin typeface="+mn-lt"/>
                <a:ea typeface="+mn-ea"/>
                <a:cs typeface="+mn-cs"/>
              </a:rPr>
              <a:t>tech debt and maintenance items</a:t>
            </a:r>
            <a:r>
              <a:rPr lang="en-US" sz="1200" b="0" i="0" kern="1200">
                <a:solidFill>
                  <a:schemeClr val="tx1"/>
                </a:solidFill>
                <a:effectLst/>
                <a:latin typeface="+mn-lt"/>
                <a:ea typeface="+mn-ea"/>
                <a:cs typeface="+mn-cs"/>
              </a:rPr>
              <a:t> during the last two weeks of December to optimize our efficiency and set us up for a strong Q3</a:t>
            </a:r>
          </a:p>
          <a:p>
            <a:pPr marL="171450" indent="-171450" fontAlgn="t">
              <a:buFontTx/>
              <a:buChar char="-"/>
            </a:pPr>
            <a:r>
              <a:rPr lang="en-US" sz="1200">
                <a:ea typeface="Calibri" panose="020F0502020204030204"/>
                <a:cs typeface="Calibri" panose="020F0502020204030204"/>
              </a:rPr>
              <a:t>The focus right now is on</a:t>
            </a:r>
            <a:r>
              <a:rPr lang="en-US" sz="1200">
                <a:ea typeface="+mn-lt"/>
                <a:cs typeface="+mn-lt"/>
              </a:rPr>
              <a:t> AI Ignite initiative planning while continuing in January to work on Q3 </a:t>
            </a:r>
            <a:r>
              <a:rPr lang="en-US" sz="1200">
                <a:ea typeface="+mn-lt"/>
                <a:cs typeface="Calibri"/>
              </a:rPr>
              <a:t>commitments</a:t>
            </a:r>
            <a:endParaRPr lang="en-US" sz="1200">
              <a:ea typeface="+mn-lt"/>
              <a:cs typeface="Arial"/>
            </a:endParaRPr>
          </a:p>
          <a:p>
            <a:pPr marL="171450" indent="-171450" fontAlgn="t">
              <a:buFontTx/>
              <a:buChar char="-"/>
            </a:pPr>
            <a:r>
              <a:rPr lang="en-US" sz="1200">
                <a:ea typeface="+mn-lt"/>
                <a:cs typeface="Arial"/>
              </a:rPr>
              <a:t>E</a:t>
            </a:r>
            <a:r>
              <a:rPr lang="en-US" sz="1200">
                <a:ea typeface="+mn-lt"/>
                <a:cs typeface="+mn-lt"/>
              </a:rPr>
              <a:t>xpecting investment mix to be closer to Roadmap: 70% Tech Debt: 15% Maintenance: 15%  Other:0%.</a:t>
            </a:r>
            <a:endParaRPr lang="en-US" sz="1200" b="0" i="0" kern="1200">
              <a:solidFill>
                <a:schemeClr val="tx1"/>
              </a:solidFill>
              <a:effectLst/>
              <a:latin typeface="+mn-lt"/>
              <a:ea typeface="+mn-ea"/>
              <a:cs typeface="+mn-cs"/>
            </a:endParaRP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63518D0-F6C4-1F72-3511-03D438ED937C}"/>
              </a:ext>
            </a:extLst>
          </p:cNvPr>
          <p:cNvSpPr>
            <a:spLocks noGrp="1"/>
          </p:cNvSpPr>
          <p:nvPr>
            <p:ph type="sldNum" sz="quarter" idx="5"/>
          </p:nvPr>
        </p:nvSpPr>
        <p:spPr/>
        <p:txBody>
          <a:bodyPr/>
          <a:lstStyle/>
          <a:p>
            <a:fld id="{E62A2443-7E0A-459B-B15D-977FF4066ABA}" type="slidenum">
              <a:rPr lang="en-US" smtClean="0"/>
              <a:t>10</a:t>
            </a:fld>
            <a:endParaRPr lang="en-US"/>
          </a:p>
        </p:txBody>
      </p:sp>
    </p:spTree>
    <p:extLst>
      <p:ext uri="{BB962C8B-B14F-4D97-AF65-F5344CB8AC3E}">
        <p14:creationId xmlns:p14="http://schemas.microsoft.com/office/powerpoint/2010/main" val="3489385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6.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png"/><Relationship Id="rId4"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Righ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237F66-3502-ED47-A23F-C32606D0D8F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24958"/>
            <a:ext cx="11309814" cy="6907912"/>
          </a:xfrm>
          <a:prstGeom prst="rect">
            <a:avLst/>
          </a:prstGeom>
        </p:spPr>
      </p:pic>
      <p:pic>
        <p:nvPicPr>
          <p:cNvPr id="8" name="Picture 7">
            <a:extLst>
              <a:ext uri="{FF2B5EF4-FFF2-40B4-BE49-F238E27FC236}">
                <a16:creationId xmlns:a16="http://schemas.microsoft.com/office/drawing/2014/main" id="{0E41EEDD-4491-EB40-B56F-591527C1A6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5183" y="3082143"/>
            <a:ext cx="2563318" cy="693711"/>
          </a:xfrm>
          <a:prstGeom prst="rect">
            <a:avLst/>
          </a:prstGeom>
        </p:spPr>
      </p:pic>
      <p:sp>
        <p:nvSpPr>
          <p:cNvPr id="2" name="Title 1">
            <a:extLst>
              <a:ext uri="{FF2B5EF4-FFF2-40B4-BE49-F238E27FC236}">
                <a16:creationId xmlns:a16="http://schemas.microsoft.com/office/drawing/2014/main" id="{01F1093B-BD01-5047-8EEB-3FD862AF62E5}"/>
              </a:ext>
            </a:extLst>
          </p:cNvPr>
          <p:cNvSpPr>
            <a:spLocks noGrp="1"/>
          </p:cNvSpPr>
          <p:nvPr>
            <p:ph type="ctrTitle"/>
          </p:nvPr>
        </p:nvSpPr>
        <p:spPr>
          <a:xfrm>
            <a:off x="6759146" y="2088291"/>
            <a:ext cx="5016842" cy="2519938"/>
          </a:xfrm>
        </p:spPr>
        <p:txBody>
          <a:bodyPr anchor="ctr">
            <a:normAutofit/>
          </a:bodyPr>
          <a:lstStyle>
            <a:lvl1pPr algn="l">
              <a:defRPr sz="4000">
                <a:solidFill>
                  <a:srgbClr val="F3F0EB"/>
                </a:solidFill>
              </a:defRPr>
            </a:lvl1pPr>
          </a:lstStyle>
          <a:p>
            <a:r>
              <a:rPr lang="en-US"/>
              <a:t>Click to edit Master title style</a:t>
            </a:r>
          </a:p>
        </p:txBody>
      </p:sp>
      <p:sp>
        <p:nvSpPr>
          <p:cNvPr id="3" name="Subtitle 2">
            <a:extLst>
              <a:ext uri="{FF2B5EF4-FFF2-40B4-BE49-F238E27FC236}">
                <a16:creationId xmlns:a16="http://schemas.microsoft.com/office/drawing/2014/main" id="{154E8BF8-1726-1C46-9707-F3B7B9AEF9F8}"/>
              </a:ext>
            </a:extLst>
          </p:cNvPr>
          <p:cNvSpPr>
            <a:spLocks noGrp="1"/>
          </p:cNvSpPr>
          <p:nvPr>
            <p:ph type="subTitle" idx="1"/>
          </p:nvPr>
        </p:nvSpPr>
        <p:spPr>
          <a:xfrm>
            <a:off x="6759146" y="4769708"/>
            <a:ext cx="5016842" cy="1131130"/>
          </a:xfrm>
        </p:spPr>
        <p:txBody>
          <a:bodyPr>
            <a:normAutofit/>
          </a:bodyPr>
          <a:lstStyle>
            <a:lvl1pPr marL="0" indent="0" algn="l">
              <a:buNone/>
              <a:defRPr sz="1800">
                <a:solidFill>
                  <a:srgbClr val="F3F0E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840E42-B6F5-6440-BB87-F38AE5F2B61D}"/>
              </a:ext>
            </a:extLst>
          </p:cNvPr>
          <p:cNvSpPr>
            <a:spLocks noGrp="1"/>
          </p:cNvSpPr>
          <p:nvPr>
            <p:ph type="dt" sz="half" idx="10"/>
          </p:nvPr>
        </p:nvSpPr>
        <p:spPr>
          <a:xfrm>
            <a:off x="675183" y="6356350"/>
            <a:ext cx="1954427" cy="365125"/>
          </a:xfrm>
        </p:spPr>
        <p:txBody>
          <a:bodyPr/>
          <a:lstStyle>
            <a:lvl1pPr>
              <a:defRPr>
                <a:solidFill>
                  <a:srgbClr val="898989"/>
                </a:solidFill>
              </a:defRPr>
            </a:lvl1pPr>
          </a:lstStyle>
          <a:p>
            <a:fld id="{260C550E-C305-894C-87B6-A0F129C4A667}" type="datetime1">
              <a:rPr lang="en-US" smtClean="0"/>
              <a:t>4/1/2026</a:t>
            </a:fld>
            <a:endParaRPr lang="en-US"/>
          </a:p>
        </p:txBody>
      </p:sp>
      <p:pic>
        <p:nvPicPr>
          <p:cNvPr id="9" name="Picture 8">
            <a:extLst>
              <a:ext uri="{FF2B5EF4-FFF2-40B4-BE49-F238E27FC236}">
                <a16:creationId xmlns:a16="http://schemas.microsoft.com/office/drawing/2014/main" id="{682D6EB2-2067-2D4A-885D-9F38BCF5F11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24958"/>
            <a:ext cx="11309814" cy="6907912"/>
          </a:xfrm>
          <a:prstGeom prst="rect">
            <a:avLst/>
          </a:prstGeom>
        </p:spPr>
      </p:pic>
      <p:pic>
        <p:nvPicPr>
          <p:cNvPr id="10" name="Picture 9">
            <a:extLst>
              <a:ext uri="{FF2B5EF4-FFF2-40B4-BE49-F238E27FC236}">
                <a16:creationId xmlns:a16="http://schemas.microsoft.com/office/drawing/2014/main" id="{23E1C5C0-3B79-2F43-9F1C-E2EB4A4E3FC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5183" y="3082143"/>
            <a:ext cx="2563318" cy="693711"/>
          </a:xfrm>
          <a:prstGeom prst="rect">
            <a:avLst/>
          </a:prstGeom>
        </p:spPr>
      </p:pic>
    </p:spTree>
    <p:extLst>
      <p:ext uri="{BB962C8B-B14F-4D97-AF65-F5344CB8AC3E}">
        <p14:creationId xmlns:p14="http://schemas.microsoft.com/office/powerpoint/2010/main" val="346309061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Slide Lef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19E797-DB9E-8D4C-97DD-C0511E3B611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902208" y="-29890"/>
            <a:ext cx="11309814" cy="6907912"/>
          </a:xfrm>
          <a:prstGeom prst="rect">
            <a:avLst/>
          </a:prstGeom>
        </p:spPr>
      </p:pic>
      <p:pic>
        <p:nvPicPr>
          <p:cNvPr id="8" name="Picture 7">
            <a:extLst>
              <a:ext uri="{FF2B5EF4-FFF2-40B4-BE49-F238E27FC236}">
                <a16:creationId xmlns:a16="http://schemas.microsoft.com/office/drawing/2014/main" id="{CFD9474C-A9EE-1142-8F6D-7E81043866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66925" y="5728792"/>
            <a:ext cx="2499381" cy="676408"/>
          </a:xfrm>
          <a:prstGeom prst="rect">
            <a:avLst/>
          </a:prstGeom>
        </p:spPr>
      </p:pic>
      <p:sp>
        <p:nvSpPr>
          <p:cNvPr id="2" name="Title 1">
            <a:extLst>
              <a:ext uri="{FF2B5EF4-FFF2-40B4-BE49-F238E27FC236}">
                <a16:creationId xmlns:a16="http://schemas.microsoft.com/office/drawing/2014/main" id="{0C1EDA01-9F32-1C4E-A8E5-BFA70558E1A3}"/>
              </a:ext>
            </a:extLst>
          </p:cNvPr>
          <p:cNvSpPr>
            <a:spLocks noGrp="1"/>
          </p:cNvSpPr>
          <p:nvPr>
            <p:ph type="title"/>
          </p:nvPr>
        </p:nvSpPr>
        <p:spPr>
          <a:xfrm>
            <a:off x="831849" y="549275"/>
            <a:ext cx="5264151" cy="2852737"/>
          </a:xfrm>
        </p:spPr>
        <p:txBody>
          <a:bodyPr anchor="b">
            <a:normAutofit/>
          </a:bodyPr>
          <a:lstStyle>
            <a:lvl1pPr>
              <a:defRPr sz="4000">
                <a:solidFill>
                  <a:srgbClr val="F3F0EB"/>
                </a:solidFill>
              </a:defRPr>
            </a:lvl1pPr>
          </a:lstStyle>
          <a:p>
            <a:r>
              <a:rPr lang="en-US"/>
              <a:t>Click to edit Master title style</a:t>
            </a:r>
          </a:p>
        </p:txBody>
      </p:sp>
      <p:sp>
        <p:nvSpPr>
          <p:cNvPr id="3" name="Text Placeholder 2">
            <a:extLst>
              <a:ext uri="{FF2B5EF4-FFF2-40B4-BE49-F238E27FC236}">
                <a16:creationId xmlns:a16="http://schemas.microsoft.com/office/drawing/2014/main" id="{1B8A88FF-5B3D-9440-87F4-B59CAB0234F1}"/>
              </a:ext>
            </a:extLst>
          </p:cNvPr>
          <p:cNvSpPr>
            <a:spLocks noGrp="1"/>
          </p:cNvSpPr>
          <p:nvPr>
            <p:ph type="body" idx="1"/>
          </p:nvPr>
        </p:nvSpPr>
        <p:spPr>
          <a:xfrm>
            <a:off x="831850" y="3429000"/>
            <a:ext cx="5264150" cy="1478535"/>
          </a:xfrm>
        </p:spPr>
        <p:txBody>
          <a:bodyPr>
            <a:normAutofit/>
          </a:bodyPr>
          <a:lstStyle>
            <a:lvl1pPr marL="0" indent="0">
              <a:buNone/>
              <a:defRPr sz="1800">
                <a:solidFill>
                  <a:srgbClr val="F3F0EB"/>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9E6770-7676-A540-9948-1CD0FD8B2F4D}"/>
              </a:ext>
            </a:extLst>
          </p:cNvPr>
          <p:cNvSpPr>
            <a:spLocks noGrp="1"/>
          </p:cNvSpPr>
          <p:nvPr>
            <p:ph type="dt" sz="half" idx="10"/>
          </p:nvPr>
        </p:nvSpPr>
        <p:spPr/>
        <p:txBody>
          <a:bodyPr/>
          <a:lstStyle>
            <a:lvl1pPr>
              <a:defRPr>
                <a:solidFill>
                  <a:srgbClr val="F3F0EB"/>
                </a:solidFill>
              </a:defRPr>
            </a:lvl1pPr>
          </a:lstStyle>
          <a:p>
            <a:fld id="{260C550E-C305-894C-87B6-A0F129C4A667}" type="datetime1">
              <a:rPr lang="en-US" smtClean="0"/>
              <a:t>4/1/2026</a:t>
            </a:fld>
            <a:endParaRPr lang="en-US"/>
          </a:p>
        </p:txBody>
      </p:sp>
    </p:spTree>
    <p:extLst>
      <p:ext uri="{BB962C8B-B14F-4D97-AF65-F5344CB8AC3E}">
        <p14:creationId xmlns:p14="http://schemas.microsoft.com/office/powerpoint/2010/main" val="275003576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Right">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230099" cy="6858000"/>
          </a:xfrm>
          <a:prstGeom prst="rect">
            <a:avLst/>
          </a:prstGeom>
        </p:spPr>
      </p:pic>
      <p:sp>
        <p:nvSpPr>
          <p:cNvPr id="4" name="Title 1"/>
          <p:cNvSpPr>
            <a:spLocks noGrp="1"/>
          </p:cNvSpPr>
          <p:nvPr>
            <p:ph type="ctrTitle" hasCustomPrompt="1"/>
          </p:nvPr>
        </p:nvSpPr>
        <p:spPr>
          <a:xfrm>
            <a:off x="5292436" y="1853514"/>
            <a:ext cx="5944133" cy="2854409"/>
          </a:xfrm>
        </p:spPr>
        <p:txBody>
          <a:bodyPr anchor="ctr">
            <a:noAutofit/>
          </a:bodyPr>
          <a:lstStyle>
            <a:lvl1pPr algn="r">
              <a:defRPr sz="4000" b="1" i="0">
                <a:solidFill>
                  <a:srgbClr val="F4F1EB"/>
                </a:solidFill>
                <a:latin typeface="Sofia Pro Black" pitchFamily="2" charset="77"/>
                <a:ea typeface="Sofia Pro Black" pitchFamily="2" charset="77"/>
                <a:cs typeface="Sofia Pro Black" pitchFamily="2" charset="77"/>
              </a:defRPr>
            </a:lvl1pPr>
          </a:lstStyle>
          <a:p>
            <a:r>
              <a:rPr lang="en-US"/>
              <a:t>Click to Add Section Title Here</a:t>
            </a:r>
          </a:p>
        </p:txBody>
      </p:sp>
      <p:pic>
        <p:nvPicPr>
          <p:cNvPr id="5" name="Picture 4" descr="A black and white logo&#10;&#10;Description automatically generated with low confidence">
            <a:extLst>
              <a:ext uri="{FF2B5EF4-FFF2-40B4-BE49-F238E27FC236}">
                <a16:creationId xmlns:a16="http://schemas.microsoft.com/office/drawing/2014/main" id="{4ADACE8E-A47C-EE4F-B6C4-423AA9E29C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67561" y="5918886"/>
            <a:ext cx="1869007" cy="433920"/>
          </a:xfrm>
          <a:prstGeom prst="rect">
            <a:avLst/>
          </a:prstGeom>
        </p:spPr>
      </p:pic>
      <p:pic>
        <p:nvPicPr>
          <p:cNvPr id="6" name="Picture 5">
            <a:extLst>
              <a:ext uri="{FF2B5EF4-FFF2-40B4-BE49-F238E27FC236}">
                <a16:creationId xmlns:a16="http://schemas.microsoft.com/office/drawing/2014/main" id="{95FCFF3C-F7C8-744E-BCD5-2CC89EECAB6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230099" cy="6858000"/>
          </a:xfrm>
          <a:prstGeom prst="rect">
            <a:avLst/>
          </a:prstGeom>
        </p:spPr>
      </p:pic>
    </p:spTree>
    <p:extLst>
      <p:ext uri="{BB962C8B-B14F-4D97-AF65-F5344CB8AC3E}">
        <p14:creationId xmlns:p14="http://schemas.microsoft.com/office/powerpoint/2010/main" val="329961226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Left ">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099" y="0"/>
            <a:ext cx="12230099" cy="6858000"/>
          </a:xfrm>
          <a:prstGeom prst="rect">
            <a:avLst/>
          </a:prstGeom>
        </p:spPr>
      </p:pic>
      <p:sp>
        <p:nvSpPr>
          <p:cNvPr id="4" name="Title 1"/>
          <p:cNvSpPr>
            <a:spLocks noGrp="1"/>
          </p:cNvSpPr>
          <p:nvPr>
            <p:ph type="ctrTitle" hasCustomPrompt="1"/>
          </p:nvPr>
        </p:nvSpPr>
        <p:spPr>
          <a:xfrm>
            <a:off x="829650" y="1543651"/>
            <a:ext cx="5945059" cy="2831585"/>
          </a:xfrm>
        </p:spPr>
        <p:txBody>
          <a:bodyPr anchor="ctr">
            <a:noAutofit/>
          </a:bodyPr>
          <a:lstStyle>
            <a:lvl1pPr algn="l">
              <a:defRPr sz="4000" b="1" i="0">
                <a:solidFill>
                  <a:srgbClr val="F4F1EB"/>
                </a:solidFill>
                <a:latin typeface="Sofia Pro Black" pitchFamily="2" charset="77"/>
                <a:ea typeface="Sofia Pro Black" pitchFamily="2" charset="77"/>
                <a:cs typeface="Sofia Pro Black" pitchFamily="2" charset="77"/>
              </a:defRPr>
            </a:lvl1pPr>
          </a:lstStyle>
          <a:p>
            <a:r>
              <a:rPr lang="en-US"/>
              <a:t>Click to Add Section Title Here</a:t>
            </a:r>
          </a:p>
        </p:txBody>
      </p:sp>
      <p:pic>
        <p:nvPicPr>
          <p:cNvPr id="9" name="Picture 8" descr="A black and white logo&#10;&#10;Description automatically generated with low confidence">
            <a:extLst>
              <a:ext uri="{FF2B5EF4-FFF2-40B4-BE49-F238E27FC236}">
                <a16:creationId xmlns:a16="http://schemas.microsoft.com/office/drawing/2014/main" id="{E3288CDF-6B2F-6643-84DC-CAF90E5D63D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9650" y="5918886"/>
            <a:ext cx="1869007" cy="433920"/>
          </a:xfrm>
          <a:prstGeom prst="rect">
            <a:avLst/>
          </a:prstGeom>
        </p:spPr>
      </p:pic>
    </p:spTree>
    <p:extLst>
      <p:ext uri="{BB962C8B-B14F-4D97-AF65-F5344CB8AC3E}">
        <p14:creationId xmlns:p14="http://schemas.microsoft.com/office/powerpoint/2010/main" val="35946022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Title Center">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B0D26B52-06A2-EAFE-9B26-015085685AB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5156" y="-25401"/>
            <a:ext cx="12282311" cy="6908801"/>
          </a:xfrm>
          <a:prstGeom prst="rect">
            <a:avLst/>
          </a:prstGeom>
        </p:spPr>
      </p:pic>
      <p:sp>
        <p:nvSpPr>
          <p:cNvPr id="5" name="Title 1"/>
          <p:cNvSpPr>
            <a:spLocks noGrp="1"/>
          </p:cNvSpPr>
          <p:nvPr>
            <p:ph type="ctrTitle" hasCustomPrompt="1"/>
          </p:nvPr>
        </p:nvSpPr>
        <p:spPr>
          <a:xfrm>
            <a:off x="2075949" y="2004646"/>
            <a:ext cx="8040103" cy="2435377"/>
          </a:xfrm>
        </p:spPr>
        <p:txBody>
          <a:bodyPr anchor="ctr">
            <a:noAutofit/>
          </a:bodyPr>
          <a:lstStyle>
            <a:lvl1pPr algn="ctr">
              <a:defRPr sz="3600" b="1" i="0">
                <a:solidFill>
                  <a:srgbClr val="323E48"/>
                </a:solidFill>
                <a:latin typeface="Sofia Pro Black" pitchFamily="2" charset="77"/>
                <a:ea typeface="Sofia Pro Black" pitchFamily="2" charset="77"/>
                <a:cs typeface="Sofia Pro Black" pitchFamily="2" charset="77"/>
              </a:defRPr>
            </a:lvl1pPr>
          </a:lstStyle>
          <a:p>
            <a:r>
              <a:rPr lang="en-US"/>
              <a:t>Click to Add Section Title</a:t>
            </a:r>
          </a:p>
        </p:txBody>
      </p:sp>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98757" y="262814"/>
            <a:ext cx="1051555" cy="361986"/>
          </a:xfrm>
          <a:prstGeom prst="rect">
            <a:avLst/>
          </a:prstGeom>
        </p:spPr>
      </p:pic>
    </p:spTree>
    <p:extLst>
      <p:ext uri="{BB962C8B-B14F-4D97-AF65-F5344CB8AC3E}">
        <p14:creationId xmlns:p14="http://schemas.microsoft.com/office/powerpoint/2010/main" val="293354838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Multi-Presenter Profil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pic>
        <p:nvPicPr>
          <p:cNvPr id="18" name="Picture 1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25" name="Picture Placeholder 3"/>
          <p:cNvSpPr>
            <a:spLocks noGrp="1"/>
          </p:cNvSpPr>
          <p:nvPr>
            <p:ph type="pic" sz="quarter" idx="17"/>
          </p:nvPr>
        </p:nvSpPr>
        <p:spPr>
          <a:xfrm>
            <a:off x="1292465"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6" name="Picture Placeholder 3"/>
          <p:cNvSpPr>
            <a:spLocks noGrp="1"/>
          </p:cNvSpPr>
          <p:nvPr>
            <p:ph type="pic" sz="quarter" idx="18"/>
          </p:nvPr>
        </p:nvSpPr>
        <p:spPr>
          <a:xfrm>
            <a:off x="4753427"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7" name="Picture Placeholder 3"/>
          <p:cNvSpPr>
            <a:spLocks noGrp="1"/>
          </p:cNvSpPr>
          <p:nvPr>
            <p:ph type="pic" sz="quarter" idx="19"/>
          </p:nvPr>
        </p:nvSpPr>
        <p:spPr>
          <a:xfrm>
            <a:off x="7872167"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914399" y="3745358"/>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914398" y="441996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5" name="Text Placeholder 6">
            <a:extLst>
              <a:ext uri="{FF2B5EF4-FFF2-40B4-BE49-F238E27FC236}">
                <a16:creationId xmlns:a16="http://schemas.microsoft.com/office/drawing/2014/main" id="{5AB02CA6-70A3-8C45-BC22-30FD4008BF21}"/>
              </a:ext>
            </a:extLst>
          </p:cNvPr>
          <p:cNvSpPr>
            <a:spLocks noGrp="1"/>
          </p:cNvSpPr>
          <p:nvPr>
            <p:ph type="body" sz="quarter" idx="41" hasCustomPrompt="1"/>
          </p:nvPr>
        </p:nvSpPr>
        <p:spPr>
          <a:xfrm>
            <a:off x="4375360" y="439987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7" name="Text Placeholder 6">
            <a:extLst>
              <a:ext uri="{FF2B5EF4-FFF2-40B4-BE49-F238E27FC236}">
                <a16:creationId xmlns:a16="http://schemas.microsoft.com/office/drawing/2014/main" id="{A06E5946-5D4F-AB4D-8D3F-4814F3C3B347}"/>
              </a:ext>
            </a:extLst>
          </p:cNvPr>
          <p:cNvSpPr>
            <a:spLocks noGrp="1"/>
          </p:cNvSpPr>
          <p:nvPr>
            <p:ph type="body" sz="quarter" idx="43" hasCustomPrompt="1"/>
          </p:nvPr>
        </p:nvSpPr>
        <p:spPr>
          <a:xfrm>
            <a:off x="7511835" y="439987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16" name="Text Placeholder 32">
            <a:extLst>
              <a:ext uri="{FF2B5EF4-FFF2-40B4-BE49-F238E27FC236}">
                <a16:creationId xmlns:a16="http://schemas.microsoft.com/office/drawing/2014/main" id="{082C7B2B-21A6-6943-A2D1-F22D863D8518}"/>
              </a:ext>
            </a:extLst>
          </p:cNvPr>
          <p:cNvSpPr>
            <a:spLocks noGrp="1"/>
          </p:cNvSpPr>
          <p:nvPr>
            <p:ph type="body" sz="quarter" idx="45" hasCustomPrompt="1"/>
          </p:nvPr>
        </p:nvSpPr>
        <p:spPr>
          <a:xfrm>
            <a:off x="4375360" y="3724061"/>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17" name="Text Placeholder 32">
            <a:extLst>
              <a:ext uri="{FF2B5EF4-FFF2-40B4-BE49-F238E27FC236}">
                <a16:creationId xmlns:a16="http://schemas.microsoft.com/office/drawing/2014/main" id="{AF7468B0-4542-D047-9A7A-2B1F23DFB650}"/>
              </a:ext>
            </a:extLst>
          </p:cNvPr>
          <p:cNvSpPr>
            <a:spLocks noGrp="1"/>
          </p:cNvSpPr>
          <p:nvPr>
            <p:ph type="body" sz="quarter" idx="46" hasCustomPrompt="1"/>
          </p:nvPr>
        </p:nvSpPr>
        <p:spPr>
          <a:xfrm>
            <a:off x="7494100" y="3724060"/>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19" name="Slide Number Placeholder 6">
            <a:extLst>
              <a:ext uri="{FF2B5EF4-FFF2-40B4-BE49-F238E27FC236}">
                <a16:creationId xmlns:a16="http://schemas.microsoft.com/office/drawing/2014/main" id="{E86B90B3-1498-004A-8AB1-EEAF6A9984CF}"/>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23" name="Date Placeholder 2">
            <a:extLst>
              <a:ext uri="{FF2B5EF4-FFF2-40B4-BE49-F238E27FC236}">
                <a16:creationId xmlns:a16="http://schemas.microsoft.com/office/drawing/2014/main" id="{B6C76E7C-734B-4149-B6E9-AE70FDC6243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4" name="Footer Placeholder 3">
            <a:extLst>
              <a:ext uri="{FF2B5EF4-FFF2-40B4-BE49-F238E27FC236}">
                <a16:creationId xmlns:a16="http://schemas.microsoft.com/office/drawing/2014/main" id="{BE96A6FA-53EE-A34D-9836-2731700C5E85}"/>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0" name="Title 1">
            <a:extLst>
              <a:ext uri="{FF2B5EF4-FFF2-40B4-BE49-F238E27FC236}">
                <a16:creationId xmlns:a16="http://schemas.microsoft.com/office/drawing/2014/main" id="{60AD244B-51FA-DC46-A623-F7AC748842C6}"/>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2" name="Text Placeholder 8">
            <a:extLst>
              <a:ext uri="{FF2B5EF4-FFF2-40B4-BE49-F238E27FC236}">
                <a16:creationId xmlns:a16="http://schemas.microsoft.com/office/drawing/2014/main" id="{054339B6-CF8F-584B-87EC-BCE019BACFA9}"/>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8388661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eam Profil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pic>
        <p:nvPicPr>
          <p:cNvPr id="45" name="Picture 44">
            <a:extLst>
              <a:ext uri="{FF2B5EF4-FFF2-40B4-BE49-F238E27FC236}">
                <a16:creationId xmlns:a16="http://schemas.microsoft.com/office/drawing/2014/main" id="{C8E1E658-D8EC-3D4A-B8B7-39C08A865E7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4" name="Picture Placeholder 3"/>
          <p:cNvSpPr>
            <a:spLocks noGrp="1"/>
          </p:cNvSpPr>
          <p:nvPr>
            <p:ph type="pic" sz="quarter" idx="10"/>
          </p:nvPr>
        </p:nvSpPr>
        <p:spPr>
          <a:xfrm>
            <a:off x="1016091"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2" name="Picture Placeholder 3"/>
          <p:cNvSpPr>
            <a:spLocks noGrp="1"/>
          </p:cNvSpPr>
          <p:nvPr>
            <p:ph type="pic" sz="quarter" idx="11"/>
          </p:nvPr>
        </p:nvSpPr>
        <p:spPr>
          <a:xfrm>
            <a:off x="2893972"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4" name="Picture Placeholder 3"/>
          <p:cNvSpPr>
            <a:spLocks noGrp="1"/>
          </p:cNvSpPr>
          <p:nvPr>
            <p:ph type="pic" sz="quarter" idx="12"/>
          </p:nvPr>
        </p:nvSpPr>
        <p:spPr>
          <a:xfrm>
            <a:off x="4771853"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6" name="Picture Placeholder 3"/>
          <p:cNvSpPr>
            <a:spLocks noGrp="1"/>
          </p:cNvSpPr>
          <p:nvPr>
            <p:ph type="pic" sz="quarter" idx="13"/>
          </p:nvPr>
        </p:nvSpPr>
        <p:spPr>
          <a:xfrm>
            <a:off x="6649734"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7" name="Picture Placeholder 3"/>
          <p:cNvSpPr>
            <a:spLocks noGrp="1"/>
          </p:cNvSpPr>
          <p:nvPr>
            <p:ph type="pic" sz="quarter" idx="14"/>
          </p:nvPr>
        </p:nvSpPr>
        <p:spPr>
          <a:xfrm>
            <a:off x="8527616"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2" name="Picture Placeholder 3"/>
          <p:cNvSpPr>
            <a:spLocks noGrp="1"/>
          </p:cNvSpPr>
          <p:nvPr>
            <p:ph type="pic" sz="quarter" idx="15"/>
          </p:nvPr>
        </p:nvSpPr>
        <p:spPr>
          <a:xfrm>
            <a:off x="1016091"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4" name="Picture Placeholder 3"/>
          <p:cNvSpPr>
            <a:spLocks noGrp="1"/>
          </p:cNvSpPr>
          <p:nvPr>
            <p:ph type="pic" sz="quarter" idx="16"/>
          </p:nvPr>
        </p:nvSpPr>
        <p:spPr>
          <a:xfrm>
            <a:off x="2893972"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5" name="Picture Placeholder 3"/>
          <p:cNvSpPr>
            <a:spLocks noGrp="1"/>
          </p:cNvSpPr>
          <p:nvPr>
            <p:ph type="pic" sz="quarter" idx="17"/>
          </p:nvPr>
        </p:nvSpPr>
        <p:spPr>
          <a:xfrm>
            <a:off x="4771853"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6" name="Picture Placeholder 3"/>
          <p:cNvSpPr>
            <a:spLocks noGrp="1"/>
          </p:cNvSpPr>
          <p:nvPr>
            <p:ph type="pic" sz="quarter" idx="18"/>
          </p:nvPr>
        </p:nvSpPr>
        <p:spPr>
          <a:xfrm>
            <a:off x="6649734"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7" name="Picture Placeholder 3"/>
          <p:cNvSpPr>
            <a:spLocks noGrp="1"/>
          </p:cNvSpPr>
          <p:nvPr>
            <p:ph type="pic" sz="quarter" idx="19"/>
          </p:nvPr>
        </p:nvSpPr>
        <p:spPr>
          <a:xfrm>
            <a:off x="8527616"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5" name="Text Placeholder 4">
            <a:extLst>
              <a:ext uri="{FF2B5EF4-FFF2-40B4-BE49-F238E27FC236}">
                <a16:creationId xmlns:a16="http://schemas.microsoft.com/office/drawing/2014/main" id="{A04E77A1-FF9C-B748-AF7B-8A429992B7E5}"/>
              </a:ext>
            </a:extLst>
          </p:cNvPr>
          <p:cNvSpPr>
            <a:spLocks noGrp="1"/>
          </p:cNvSpPr>
          <p:nvPr>
            <p:ph type="body" sz="quarter" idx="20" hasCustomPrompt="1"/>
          </p:nvPr>
        </p:nvSpPr>
        <p:spPr>
          <a:xfrm>
            <a:off x="869430" y="2964751"/>
            <a:ext cx="1600200" cy="253593"/>
          </a:xfrm>
          <a:prstGeom prst="rect">
            <a:avLst/>
          </a:prstGeom>
        </p:spPr>
        <p:txBody>
          <a:bodyPr>
            <a:noAutofit/>
          </a:bodyPr>
          <a:lstStyle>
            <a:lvl1pPr marL="0" indent="0" algn="ctr">
              <a:spcAft>
                <a:spcPts val="300"/>
              </a:spcAft>
              <a:buFont typeface="Arial" panose="020B0604020202020204" pitchFamily="34" charset="0"/>
              <a:buNone/>
              <a:defRPr sz="1200" b="1" i="0">
                <a:solidFill>
                  <a:srgbClr val="FF8F1C"/>
                </a:solidFill>
                <a:latin typeface="Sofia Pro Black" pitchFamily="2" charset="77"/>
              </a:defRPr>
            </a:lvl1pPr>
            <a:lvl2pPr marL="457200" indent="0" algn="ctr">
              <a:spcBef>
                <a:spcPts val="0"/>
              </a:spcBef>
              <a:buFont typeface="Arial" panose="020B0604020202020204" pitchFamily="34" charset="0"/>
              <a:buNone/>
              <a:defRPr sz="1000" b="1" i="0">
                <a:solidFill>
                  <a:schemeClr val="accent3"/>
                </a:solidFill>
                <a:latin typeface="Sofia Pro Medium" pitchFamily="2" charset="77"/>
              </a:defRPr>
            </a:lvl2pPr>
            <a:lvl3pPr>
              <a:defRPr sz="1600" b="0" i="0">
                <a:latin typeface="Sofia Pro Medium" pitchFamily="2" charset="77"/>
              </a:defRPr>
            </a:lvl3pPr>
            <a:lvl4pPr>
              <a:defRPr sz="1600" b="0" i="0">
                <a:latin typeface="Sofia Pro Medium" pitchFamily="2" charset="77"/>
              </a:defRPr>
            </a:lvl4pPr>
            <a:lvl5pPr>
              <a:defRPr sz="1600" b="0" i="0">
                <a:latin typeface="Sofia Pro Medium" pitchFamily="2" charset="77"/>
              </a:defRPr>
            </a:lvl5pPr>
          </a:lstStyle>
          <a:p>
            <a:pPr lvl="0"/>
            <a:r>
              <a:rPr lang="en-US"/>
              <a:t>First </a:t>
            </a:r>
            <a:r>
              <a:rPr lang="en-US" err="1"/>
              <a:t>Lastname</a:t>
            </a:r>
            <a:endParaRPr lang="en-US"/>
          </a:p>
        </p:txBody>
      </p:sp>
      <p:sp>
        <p:nvSpPr>
          <p:cNvPr id="10" name="Text Placeholder 9">
            <a:extLst>
              <a:ext uri="{FF2B5EF4-FFF2-40B4-BE49-F238E27FC236}">
                <a16:creationId xmlns:a16="http://schemas.microsoft.com/office/drawing/2014/main" id="{D36E6CAB-B359-CD4F-9E1B-88956FE378E2}"/>
              </a:ext>
            </a:extLst>
          </p:cNvPr>
          <p:cNvSpPr>
            <a:spLocks noGrp="1"/>
          </p:cNvSpPr>
          <p:nvPr>
            <p:ph type="body" sz="quarter" idx="21" hasCustomPrompt="1"/>
          </p:nvPr>
        </p:nvSpPr>
        <p:spPr>
          <a:xfrm>
            <a:off x="2747311" y="2964751"/>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defRPr sz="1000" b="0" i="0">
                <a:latin typeface="Sofia Pro Medium" pitchFamily="2" charset="77"/>
              </a:defRPr>
            </a:lvl3pPr>
            <a:lvl4pPr>
              <a:defRPr sz="1000" b="0" i="0">
                <a:latin typeface="Sofia Pro Medium" pitchFamily="2" charset="77"/>
              </a:defRPr>
            </a:lvl4pPr>
            <a:lvl5pPr>
              <a:defRPr sz="1000" b="0" i="0">
                <a:latin typeface="Sofia Pro Medium" pitchFamily="2" charset="77"/>
              </a:defRPr>
            </a:lvl5pPr>
          </a:lstStyle>
          <a:p>
            <a:pPr lvl="0"/>
            <a:r>
              <a:rPr lang="en-US"/>
              <a:t>First </a:t>
            </a:r>
            <a:r>
              <a:rPr lang="en-US" err="1"/>
              <a:t>Lastname</a:t>
            </a:r>
            <a:endParaRPr lang="en-US"/>
          </a:p>
        </p:txBody>
      </p:sp>
      <p:sp>
        <p:nvSpPr>
          <p:cNvPr id="13" name="Text Placeholder 12">
            <a:extLst>
              <a:ext uri="{FF2B5EF4-FFF2-40B4-BE49-F238E27FC236}">
                <a16:creationId xmlns:a16="http://schemas.microsoft.com/office/drawing/2014/main" id="{AD4C45B0-EAD6-834B-A5E6-3C0A36A164A2}"/>
              </a:ext>
            </a:extLst>
          </p:cNvPr>
          <p:cNvSpPr>
            <a:spLocks noGrp="1"/>
          </p:cNvSpPr>
          <p:nvPr>
            <p:ph type="body" sz="quarter" idx="22" hasCustomPrompt="1"/>
          </p:nvPr>
        </p:nvSpPr>
        <p:spPr>
          <a:xfrm>
            <a:off x="4625192" y="2964751"/>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stStyle>
          <a:p>
            <a:pPr lvl="0"/>
            <a:r>
              <a:rPr lang="en-US"/>
              <a:t>First </a:t>
            </a:r>
            <a:r>
              <a:rPr lang="en-US" err="1"/>
              <a:t>Lastname</a:t>
            </a:r>
            <a:endParaRPr lang="en-US"/>
          </a:p>
        </p:txBody>
      </p:sp>
      <p:sp>
        <p:nvSpPr>
          <p:cNvPr id="20" name="Text Placeholder 19">
            <a:extLst>
              <a:ext uri="{FF2B5EF4-FFF2-40B4-BE49-F238E27FC236}">
                <a16:creationId xmlns:a16="http://schemas.microsoft.com/office/drawing/2014/main" id="{EA0306EB-10BA-F74A-9F2C-680A6B2E459C}"/>
              </a:ext>
            </a:extLst>
          </p:cNvPr>
          <p:cNvSpPr>
            <a:spLocks noGrp="1"/>
          </p:cNvSpPr>
          <p:nvPr>
            <p:ph type="body" sz="quarter" idx="23" hasCustomPrompt="1"/>
          </p:nvPr>
        </p:nvSpPr>
        <p:spPr>
          <a:xfrm>
            <a:off x="6503073" y="2964942"/>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defRPr sz="1400" b="1" i="0">
                <a:latin typeface="Sofia Pro Black" pitchFamily="2" charset="77"/>
              </a:defRPr>
            </a:lvl4pPr>
            <a:lvl5pPr>
              <a:defRPr sz="1400" b="1" i="0">
                <a:latin typeface="Sofia Pro Black" pitchFamily="2" charset="77"/>
              </a:defRPr>
            </a:lvl5pPr>
          </a:lstStyle>
          <a:p>
            <a:pPr lvl="0"/>
            <a:r>
              <a:rPr lang="en-US"/>
              <a:t>First </a:t>
            </a:r>
            <a:r>
              <a:rPr lang="en-US" err="1"/>
              <a:t>Lastname</a:t>
            </a:r>
            <a:endParaRPr lang="en-US"/>
          </a:p>
        </p:txBody>
      </p:sp>
      <p:sp>
        <p:nvSpPr>
          <p:cNvPr id="23" name="Text Placeholder 22">
            <a:extLst>
              <a:ext uri="{FF2B5EF4-FFF2-40B4-BE49-F238E27FC236}">
                <a16:creationId xmlns:a16="http://schemas.microsoft.com/office/drawing/2014/main" id="{3CEE4F41-7834-E443-9BF2-125A3CAEFB60}"/>
              </a:ext>
            </a:extLst>
          </p:cNvPr>
          <p:cNvSpPr>
            <a:spLocks noGrp="1"/>
          </p:cNvSpPr>
          <p:nvPr>
            <p:ph type="body" sz="quarter" idx="24" hasCustomPrompt="1"/>
          </p:nvPr>
        </p:nvSpPr>
        <p:spPr>
          <a:xfrm>
            <a:off x="8380955" y="2964942"/>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defRPr sz="1400" b="1" i="0">
                <a:latin typeface="Sofia Pro Black" pitchFamily="2" charset="77"/>
              </a:defRPr>
            </a:lvl4pPr>
            <a:lvl5pPr>
              <a:defRPr sz="1400" b="1" i="0">
                <a:latin typeface="Sofia Pro Black" pitchFamily="2" charset="77"/>
              </a:defRPr>
            </a:lvl5pPr>
          </a:lstStyle>
          <a:p>
            <a:pPr lvl="0"/>
            <a:r>
              <a:rPr lang="en-US"/>
              <a:t>First </a:t>
            </a:r>
            <a:r>
              <a:rPr lang="en-US" err="1"/>
              <a:t>Lastname</a:t>
            </a:r>
            <a:endParaRPr lang="en-US"/>
          </a:p>
        </p:txBody>
      </p:sp>
      <p:sp>
        <p:nvSpPr>
          <p:cNvPr id="29" name="Text Placeholder 28">
            <a:extLst>
              <a:ext uri="{FF2B5EF4-FFF2-40B4-BE49-F238E27FC236}">
                <a16:creationId xmlns:a16="http://schemas.microsoft.com/office/drawing/2014/main" id="{4DB8B7EC-389F-F040-B28E-3512BC16810D}"/>
              </a:ext>
            </a:extLst>
          </p:cNvPr>
          <p:cNvSpPr>
            <a:spLocks noGrp="1"/>
          </p:cNvSpPr>
          <p:nvPr>
            <p:ph type="body" sz="quarter" idx="25" hasCustomPrompt="1"/>
          </p:nvPr>
        </p:nvSpPr>
        <p:spPr>
          <a:xfrm>
            <a:off x="869564"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lgn="ctr">
              <a:defRPr sz="1000" b="0" i="0">
                <a:solidFill>
                  <a:schemeClr val="accent3"/>
                </a:solidFill>
                <a:latin typeface="Sofia Pro Medium" pitchFamily="2" charset="77"/>
              </a:defRPr>
            </a:lvl3pPr>
            <a:lvl4pPr algn="ctr">
              <a:defRPr sz="1000" b="0" i="0">
                <a:solidFill>
                  <a:schemeClr val="accent3"/>
                </a:solidFill>
                <a:latin typeface="Sofia Pro Medium" pitchFamily="2" charset="77"/>
              </a:defRPr>
            </a:lvl4pPr>
            <a:lvl5pPr algn="ctr">
              <a:defRPr sz="1000" b="0" i="0">
                <a:solidFill>
                  <a:schemeClr val="accent3"/>
                </a:solidFill>
                <a:latin typeface="Sofia Pro Medium" pitchFamily="2" charset="77"/>
              </a:defRPr>
            </a:lvl5pPr>
          </a:lstStyle>
          <a:p>
            <a:pPr lvl="0"/>
            <a:r>
              <a:rPr lang="en-US"/>
              <a:t>First </a:t>
            </a:r>
            <a:r>
              <a:rPr lang="en-US" err="1"/>
              <a:t>Lastname</a:t>
            </a:r>
            <a:endParaRPr lang="en-US"/>
          </a:p>
        </p:txBody>
      </p:sp>
      <p:sp>
        <p:nvSpPr>
          <p:cNvPr id="31" name="Text Placeholder 30">
            <a:extLst>
              <a:ext uri="{FF2B5EF4-FFF2-40B4-BE49-F238E27FC236}">
                <a16:creationId xmlns:a16="http://schemas.microsoft.com/office/drawing/2014/main" id="{B08140ED-5D7A-244B-99DB-00E8CC575E2A}"/>
              </a:ext>
            </a:extLst>
          </p:cNvPr>
          <p:cNvSpPr>
            <a:spLocks noGrp="1"/>
          </p:cNvSpPr>
          <p:nvPr>
            <p:ph type="body" sz="quarter" idx="26" hasCustomPrompt="1"/>
          </p:nvPr>
        </p:nvSpPr>
        <p:spPr>
          <a:xfrm>
            <a:off x="2747577"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4625589"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5" name="Text Placeholder 34">
            <a:extLst>
              <a:ext uri="{FF2B5EF4-FFF2-40B4-BE49-F238E27FC236}">
                <a16:creationId xmlns:a16="http://schemas.microsoft.com/office/drawing/2014/main" id="{7AB68C6B-6503-2740-BF51-BE0DC75D4E32}"/>
              </a:ext>
            </a:extLst>
          </p:cNvPr>
          <p:cNvSpPr>
            <a:spLocks noGrp="1"/>
          </p:cNvSpPr>
          <p:nvPr>
            <p:ph type="body" sz="quarter" idx="28" hasCustomPrompt="1"/>
          </p:nvPr>
        </p:nvSpPr>
        <p:spPr>
          <a:xfrm>
            <a:off x="6502014" y="5131879"/>
            <a:ext cx="1601788"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lgn="ctr">
              <a:defRPr sz="1400" b="0"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7" name="Text Placeholder 36">
            <a:extLst>
              <a:ext uri="{FF2B5EF4-FFF2-40B4-BE49-F238E27FC236}">
                <a16:creationId xmlns:a16="http://schemas.microsoft.com/office/drawing/2014/main" id="{9E6E66DE-54F2-E24A-AB35-B1CFCF1BC8BA}"/>
              </a:ext>
            </a:extLst>
          </p:cNvPr>
          <p:cNvSpPr>
            <a:spLocks noGrp="1"/>
          </p:cNvSpPr>
          <p:nvPr>
            <p:ph type="body" sz="quarter" idx="29" hasCustomPrompt="1"/>
          </p:nvPr>
        </p:nvSpPr>
        <p:spPr>
          <a:xfrm>
            <a:off x="8381614"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7" name="Text Placeholder 6">
            <a:extLst>
              <a:ext uri="{FF2B5EF4-FFF2-40B4-BE49-F238E27FC236}">
                <a16:creationId xmlns:a16="http://schemas.microsoft.com/office/drawing/2014/main" id="{5CDE6A51-2C43-F645-A817-1977ECE88412}"/>
              </a:ext>
            </a:extLst>
          </p:cNvPr>
          <p:cNvSpPr>
            <a:spLocks noGrp="1"/>
          </p:cNvSpPr>
          <p:nvPr>
            <p:ph type="body" sz="quarter" idx="32" hasCustomPrompt="1"/>
          </p:nvPr>
        </p:nvSpPr>
        <p:spPr>
          <a:xfrm>
            <a:off x="837814"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0" name="Text Placeholder 6">
            <a:extLst>
              <a:ext uri="{FF2B5EF4-FFF2-40B4-BE49-F238E27FC236}">
                <a16:creationId xmlns:a16="http://schemas.microsoft.com/office/drawing/2014/main" id="{40BC7095-E8FF-7445-B3B0-03CC31DF0A1D}"/>
              </a:ext>
            </a:extLst>
          </p:cNvPr>
          <p:cNvSpPr>
            <a:spLocks noGrp="1"/>
          </p:cNvSpPr>
          <p:nvPr>
            <p:ph type="body" sz="quarter" idx="33" hasCustomPrompt="1"/>
          </p:nvPr>
        </p:nvSpPr>
        <p:spPr>
          <a:xfrm>
            <a:off x="2731436"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2" name="Text Placeholder 6">
            <a:extLst>
              <a:ext uri="{FF2B5EF4-FFF2-40B4-BE49-F238E27FC236}">
                <a16:creationId xmlns:a16="http://schemas.microsoft.com/office/drawing/2014/main" id="{D14FB2D1-A240-974B-985C-56E779E96720}"/>
              </a:ext>
            </a:extLst>
          </p:cNvPr>
          <p:cNvSpPr>
            <a:spLocks noGrp="1"/>
          </p:cNvSpPr>
          <p:nvPr>
            <p:ph type="body" sz="quarter" idx="34" hasCustomPrompt="1"/>
          </p:nvPr>
        </p:nvSpPr>
        <p:spPr>
          <a:xfrm>
            <a:off x="4625058"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4" name="Text Placeholder 6">
            <a:extLst>
              <a:ext uri="{FF2B5EF4-FFF2-40B4-BE49-F238E27FC236}">
                <a16:creationId xmlns:a16="http://schemas.microsoft.com/office/drawing/2014/main" id="{32B7A4EF-8994-5147-B13B-903B748A1835}"/>
              </a:ext>
            </a:extLst>
          </p:cNvPr>
          <p:cNvSpPr>
            <a:spLocks noGrp="1"/>
          </p:cNvSpPr>
          <p:nvPr>
            <p:ph type="body" sz="quarter" idx="35" hasCustomPrompt="1"/>
          </p:nvPr>
        </p:nvSpPr>
        <p:spPr>
          <a:xfrm>
            <a:off x="6490291"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6" name="Text Placeholder 6">
            <a:extLst>
              <a:ext uri="{FF2B5EF4-FFF2-40B4-BE49-F238E27FC236}">
                <a16:creationId xmlns:a16="http://schemas.microsoft.com/office/drawing/2014/main" id="{8E3D74F8-E44C-9F43-A85C-1891630BD902}"/>
              </a:ext>
            </a:extLst>
          </p:cNvPr>
          <p:cNvSpPr>
            <a:spLocks noGrp="1"/>
          </p:cNvSpPr>
          <p:nvPr>
            <p:ph type="body" sz="quarter" idx="36" hasCustomPrompt="1"/>
          </p:nvPr>
        </p:nvSpPr>
        <p:spPr>
          <a:xfrm>
            <a:off x="8380955" y="326703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8" name="Text Placeholder 6">
            <a:extLst>
              <a:ext uri="{FF2B5EF4-FFF2-40B4-BE49-F238E27FC236}">
                <a16:creationId xmlns:a16="http://schemas.microsoft.com/office/drawing/2014/main" id="{3997BCF9-6C7A-8740-8875-9C502500A228}"/>
              </a:ext>
            </a:extLst>
          </p:cNvPr>
          <p:cNvSpPr>
            <a:spLocks noGrp="1"/>
          </p:cNvSpPr>
          <p:nvPr>
            <p:ph type="body" sz="quarter" idx="37" hasCustomPrompt="1"/>
          </p:nvPr>
        </p:nvSpPr>
        <p:spPr>
          <a:xfrm>
            <a:off x="837814"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9" name="Text Placeholder 6">
            <a:extLst>
              <a:ext uri="{FF2B5EF4-FFF2-40B4-BE49-F238E27FC236}">
                <a16:creationId xmlns:a16="http://schemas.microsoft.com/office/drawing/2014/main" id="{F6C0E357-5DF2-4946-8444-CF5376406808}"/>
              </a:ext>
            </a:extLst>
          </p:cNvPr>
          <p:cNvSpPr>
            <a:spLocks noGrp="1"/>
          </p:cNvSpPr>
          <p:nvPr>
            <p:ph type="body" sz="quarter" idx="38" hasCustomPrompt="1"/>
          </p:nvPr>
        </p:nvSpPr>
        <p:spPr>
          <a:xfrm>
            <a:off x="2731436"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4625058"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2" name="Text Placeholder 6">
            <a:extLst>
              <a:ext uri="{FF2B5EF4-FFF2-40B4-BE49-F238E27FC236}">
                <a16:creationId xmlns:a16="http://schemas.microsoft.com/office/drawing/2014/main" id="{B1E8ED6A-CF61-3F49-8A98-7FD941D9E14A}"/>
              </a:ext>
            </a:extLst>
          </p:cNvPr>
          <p:cNvSpPr>
            <a:spLocks noGrp="1"/>
          </p:cNvSpPr>
          <p:nvPr>
            <p:ph type="body" sz="quarter" idx="40" hasCustomPrompt="1"/>
          </p:nvPr>
        </p:nvSpPr>
        <p:spPr>
          <a:xfrm>
            <a:off x="6490291"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3" name="Text Placeholder 6">
            <a:extLst>
              <a:ext uri="{FF2B5EF4-FFF2-40B4-BE49-F238E27FC236}">
                <a16:creationId xmlns:a16="http://schemas.microsoft.com/office/drawing/2014/main" id="{ADF573EC-6E8E-1C4A-BA85-60F46BC7CF62}"/>
              </a:ext>
            </a:extLst>
          </p:cNvPr>
          <p:cNvSpPr>
            <a:spLocks noGrp="1"/>
          </p:cNvSpPr>
          <p:nvPr>
            <p:ph type="body" sz="quarter" idx="41" hasCustomPrompt="1"/>
          </p:nvPr>
        </p:nvSpPr>
        <p:spPr>
          <a:xfrm>
            <a:off x="8380955" y="542734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0" name="Slide Number Placeholder 6">
            <a:extLst>
              <a:ext uri="{FF2B5EF4-FFF2-40B4-BE49-F238E27FC236}">
                <a16:creationId xmlns:a16="http://schemas.microsoft.com/office/drawing/2014/main" id="{AB009F0A-DA44-3C44-A114-C649BFB8F685}"/>
              </a:ext>
            </a:extLst>
          </p:cNvPr>
          <p:cNvSpPr>
            <a:spLocks noGrp="1"/>
          </p:cNvSpPr>
          <p:nvPr>
            <p:ph type="sldNum" sz="quarter" idx="43"/>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50" name="Date Placeholder 2">
            <a:extLst>
              <a:ext uri="{FF2B5EF4-FFF2-40B4-BE49-F238E27FC236}">
                <a16:creationId xmlns:a16="http://schemas.microsoft.com/office/drawing/2014/main" id="{2DC6FA8F-FB6B-2D4A-88D7-D2D85C80994F}"/>
              </a:ext>
            </a:extLst>
          </p:cNvPr>
          <p:cNvSpPr>
            <a:spLocks noGrp="1"/>
          </p:cNvSpPr>
          <p:nvPr>
            <p:ph type="dt" sz="half" idx="44"/>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51" name="Footer Placeholder 3">
            <a:extLst>
              <a:ext uri="{FF2B5EF4-FFF2-40B4-BE49-F238E27FC236}">
                <a16:creationId xmlns:a16="http://schemas.microsoft.com/office/drawing/2014/main" id="{82E38CAA-C26A-2D46-AE58-B3210D029B9D}"/>
              </a:ext>
            </a:extLst>
          </p:cNvPr>
          <p:cNvSpPr>
            <a:spLocks noGrp="1"/>
          </p:cNvSpPr>
          <p:nvPr>
            <p:ph type="ftr" sz="quarter" idx="45"/>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44" name="Title 1">
            <a:extLst>
              <a:ext uri="{FF2B5EF4-FFF2-40B4-BE49-F238E27FC236}">
                <a16:creationId xmlns:a16="http://schemas.microsoft.com/office/drawing/2014/main" id="{793502CF-CC54-E843-94BB-93EF4534D598}"/>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46" name="Text Placeholder 8">
            <a:extLst>
              <a:ext uri="{FF2B5EF4-FFF2-40B4-BE49-F238E27FC236}">
                <a16:creationId xmlns:a16="http://schemas.microsoft.com/office/drawing/2014/main" id="{7C58721A-BF74-4647-88A5-435A0365C592}"/>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51773227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Primary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830486"/>
            <a:ext cx="9317736" cy="4029377"/>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0004589C-68E9-3344-A4C0-74E91BFC30A6}"/>
              </a:ext>
            </a:extLst>
          </p:cNvPr>
          <p:cNvSpPr>
            <a:spLocks noGrp="1"/>
          </p:cNvSpPr>
          <p:nvPr>
            <p:ph type="body" idx="14"/>
          </p:nvPr>
        </p:nvSpPr>
        <p:spPr>
          <a:xfrm>
            <a:off x="837814" y="1398552"/>
            <a:ext cx="9315763" cy="36548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Slide Number Placeholder 6">
            <a:extLst>
              <a:ext uri="{FF2B5EF4-FFF2-40B4-BE49-F238E27FC236}">
                <a16:creationId xmlns:a16="http://schemas.microsoft.com/office/drawing/2014/main" id="{4C6D6BE6-1EB6-CB41-A5A9-70FDD4A38E5C}"/>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2" name="Date Placeholder 2">
            <a:extLst>
              <a:ext uri="{FF2B5EF4-FFF2-40B4-BE49-F238E27FC236}">
                <a16:creationId xmlns:a16="http://schemas.microsoft.com/office/drawing/2014/main" id="{2B6E6E34-7EC5-C745-B94C-10DE12C3407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5" name="Footer Placeholder 3">
            <a:extLst>
              <a:ext uri="{FF2B5EF4-FFF2-40B4-BE49-F238E27FC236}">
                <a16:creationId xmlns:a16="http://schemas.microsoft.com/office/drawing/2014/main" id="{93DBA694-741C-4B4F-BA1A-C4D92D855427}"/>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7" name="Text Placeholder 8">
            <a:extLst>
              <a:ext uri="{FF2B5EF4-FFF2-40B4-BE49-F238E27FC236}">
                <a16:creationId xmlns:a16="http://schemas.microsoft.com/office/drawing/2014/main" id="{96532157-3B48-E549-98A3-1AACB45CBD15}"/>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8" name="Picture 17">
            <a:extLst>
              <a:ext uri="{FF2B5EF4-FFF2-40B4-BE49-F238E27FC236}">
                <a16:creationId xmlns:a16="http://schemas.microsoft.com/office/drawing/2014/main" id="{03CA2531-FA95-144F-B3C9-0725C106D0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04528004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1" y="1097281"/>
            <a:ext cx="9317736" cy="4823460"/>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6">
            <a:extLst>
              <a:ext uri="{FF2B5EF4-FFF2-40B4-BE49-F238E27FC236}">
                <a16:creationId xmlns:a16="http://schemas.microsoft.com/office/drawing/2014/main" id="{4C6D6BE6-1EB6-CB41-A5A9-70FDD4A38E5C}"/>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2" name="Date Placeholder 2">
            <a:extLst>
              <a:ext uri="{FF2B5EF4-FFF2-40B4-BE49-F238E27FC236}">
                <a16:creationId xmlns:a16="http://schemas.microsoft.com/office/drawing/2014/main" id="{2B6E6E34-7EC5-C745-B94C-10DE12C3407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5" name="Footer Placeholder 3">
            <a:extLst>
              <a:ext uri="{FF2B5EF4-FFF2-40B4-BE49-F238E27FC236}">
                <a16:creationId xmlns:a16="http://schemas.microsoft.com/office/drawing/2014/main" id="{93DBA694-741C-4B4F-BA1A-C4D92D855427}"/>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pic>
        <p:nvPicPr>
          <p:cNvPr id="9" name="Picture 8">
            <a:extLst>
              <a:ext uri="{FF2B5EF4-FFF2-40B4-BE49-F238E27FC236}">
                <a16:creationId xmlns:a16="http://schemas.microsoft.com/office/drawing/2014/main" id="{91E8DE8D-6CC0-8740-A462-1E23281AED6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98216991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wo Column Slide Layou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694C6B-ADF1-2E4B-9420-76229EA73FF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Text Placeholder 2">
            <a:extLst>
              <a:ext uri="{FF2B5EF4-FFF2-40B4-BE49-F238E27FC236}">
                <a16:creationId xmlns:a16="http://schemas.microsoft.com/office/drawing/2014/main" id="{EA656BF9-275C-7C47-B8EE-7429C371F753}"/>
              </a:ext>
            </a:extLst>
          </p:cNvPr>
          <p:cNvSpPr>
            <a:spLocks noGrp="1"/>
          </p:cNvSpPr>
          <p:nvPr>
            <p:ph type="body" idx="1"/>
          </p:nvPr>
        </p:nvSpPr>
        <p:spPr>
          <a:xfrm>
            <a:off x="839787"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E24CC-D7B3-084E-A6EB-C329CCA03C65}"/>
              </a:ext>
            </a:extLst>
          </p:cNvPr>
          <p:cNvSpPr>
            <a:spLocks noGrp="1"/>
          </p:cNvSpPr>
          <p:nvPr>
            <p:ph sz="half" idx="2"/>
          </p:nvPr>
        </p:nvSpPr>
        <p:spPr>
          <a:xfrm>
            <a:off x="839787" y="2141111"/>
            <a:ext cx="449223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A716-8061-5748-A3D9-D54D2AC84D9B}"/>
              </a:ext>
            </a:extLst>
          </p:cNvPr>
          <p:cNvSpPr>
            <a:spLocks noGrp="1"/>
          </p:cNvSpPr>
          <p:nvPr>
            <p:ph type="body" sz="quarter" idx="3"/>
          </p:nvPr>
        </p:nvSpPr>
        <p:spPr>
          <a:xfrm>
            <a:off x="5674991"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C3B6F-9E0E-574E-8D34-5374C57D7F07}"/>
              </a:ext>
            </a:extLst>
          </p:cNvPr>
          <p:cNvSpPr>
            <a:spLocks noGrp="1"/>
          </p:cNvSpPr>
          <p:nvPr>
            <p:ph sz="quarter" idx="4"/>
          </p:nvPr>
        </p:nvSpPr>
        <p:spPr>
          <a:xfrm>
            <a:off x="5674991" y="2141112"/>
            <a:ext cx="4492233" cy="39225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6">
            <a:extLst>
              <a:ext uri="{FF2B5EF4-FFF2-40B4-BE49-F238E27FC236}">
                <a16:creationId xmlns:a16="http://schemas.microsoft.com/office/drawing/2014/main" id="{C6C4CFD1-8278-9A4E-9961-8EE80F8D362A}"/>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08AD3F18-C119-9747-80C1-1803BA663038}"/>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D21EE5F5-3AE1-0F4E-BB7D-8C2128EE468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7" name="Title 1">
            <a:extLst>
              <a:ext uri="{FF2B5EF4-FFF2-40B4-BE49-F238E27FC236}">
                <a16:creationId xmlns:a16="http://schemas.microsoft.com/office/drawing/2014/main" id="{F038249C-423D-A349-A51B-FFD8652946E3}"/>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9" name="Text Placeholder 8">
            <a:extLst>
              <a:ext uri="{FF2B5EF4-FFF2-40B4-BE49-F238E27FC236}">
                <a16:creationId xmlns:a16="http://schemas.microsoft.com/office/drawing/2014/main" id="{A7520AA4-0A4A-654E-8967-C6E777228D6F}"/>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8" name="Picture 17">
            <a:extLst>
              <a:ext uri="{FF2B5EF4-FFF2-40B4-BE49-F238E27FC236}">
                <a16:creationId xmlns:a16="http://schemas.microsoft.com/office/drawing/2014/main" id="{778483FC-8F49-CC40-93B3-EC71861411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76834292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One Column - Super Graphic">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0311" y="-25401"/>
            <a:ext cx="12282311" cy="6908801"/>
          </a:xfrm>
          <a:prstGeom prst="rect">
            <a:avLst/>
          </a:prstGeom>
        </p:spPr>
      </p:pic>
      <p:pic>
        <p:nvPicPr>
          <p:cNvPr id="10" name="Pictur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2112" y="235879"/>
            <a:ext cx="1047960" cy="360747"/>
          </a:xfrm>
          <a:prstGeom prst="rect">
            <a:avLst/>
          </a:prstGeom>
        </p:spPr>
      </p:pic>
      <p:sp>
        <p:nvSpPr>
          <p:cNvPr id="7" name="Content Placeholder 2">
            <a:extLst>
              <a:ext uri="{FF2B5EF4-FFF2-40B4-BE49-F238E27FC236}">
                <a16:creationId xmlns:a16="http://schemas.microsoft.com/office/drawing/2014/main" id="{4D794B8F-7CD3-1E40-96E1-F58E59A90678}"/>
              </a:ext>
            </a:extLst>
          </p:cNvPr>
          <p:cNvSpPr>
            <a:spLocks noGrp="1"/>
          </p:cNvSpPr>
          <p:nvPr>
            <p:ph idx="1"/>
          </p:nvPr>
        </p:nvSpPr>
        <p:spPr>
          <a:xfrm>
            <a:off x="837813" y="2002115"/>
            <a:ext cx="4367233"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CD70C292-3D48-334B-9B9F-B99666575369}"/>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itle 1">
            <a:extLst>
              <a:ext uri="{FF2B5EF4-FFF2-40B4-BE49-F238E27FC236}">
                <a16:creationId xmlns:a16="http://schemas.microsoft.com/office/drawing/2014/main" id="{4E22B46F-3D9E-C741-A1C4-378F098FE7B7}"/>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172537222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Plain Background Layout">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6D2FD09-E393-E889-062B-7A6DD3E2C59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6" name="Slide Number Placeholder 6">
            <a:extLst>
              <a:ext uri="{FF2B5EF4-FFF2-40B4-BE49-F238E27FC236}">
                <a16:creationId xmlns:a16="http://schemas.microsoft.com/office/drawing/2014/main" id="{C295E65C-F2D3-BE48-82B3-FB84EB5E74C9}"/>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7" name="Date Placeholder 2">
            <a:extLst>
              <a:ext uri="{FF2B5EF4-FFF2-40B4-BE49-F238E27FC236}">
                <a16:creationId xmlns:a16="http://schemas.microsoft.com/office/drawing/2014/main" id="{3BE29C88-19F8-3F4C-AF59-E909A7BBC31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BF13F6-2419-F54E-AEA8-1D2AC5E7E364}" type="datetime1">
              <a:rPr lang="en-US" smtClean="0"/>
              <a:t>4/1/2026</a:t>
            </a:fld>
            <a:endParaRPr lang="en-US"/>
          </a:p>
        </p:txBody>
      </p:sp>
      <p:sp>
        <p:nvSpPr>
          <p:cNvPr id="18" name="Footer Placeholder 3">
            <a:extLst>
              <a:ext uri="{FF2B5EF4-FFF2-40B4-BE49-F238E27FC236}">
                <a16:creationId xmlns:a16="http://schemas.microsoft.com/office/drawing/2014/main" id="{99A45701-53B0-314A-B6B2-F5CC87A6502C}"/>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1" name="Content Placeholder 2">
            <a:extLst>
              <a:ext uri="{FF2B5EF4-FFF2-40B4-BE49-F238E27FC236}">
                <a16:creationId xmlns:a16="http://schemas.microsoft.com/office/drawing/2014/main" id="{8B07192C-557B-624B-A5C9-49DD41453F3C}"/>
              </a:ext>
            </a:extLst>
          </p:cNvPr>
          <p:cNvSpPr>
            <a:spLocks noGrp="1"/>
          </p:cNvSpPr>
          <p:nvPr>
            <p:ph idx="1"/>
          </p:nvPr>
        </p:nvSpPr>
        <p:spPr>
          <a:xfrm>
            <a:off x="837814" y="1905258"/>
            <a:ext cx="9317736" cy="4029377"/>
          </a:xfrm>
        </p:spPr>
        <p:txBody>
          <a:bodyPr>
            <a:noAutofit/>
          </a:bodyPr>
          <a:lstStyle>
            <a:lvl1pPr>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a:extLst>
              <a:ext uri="{FF2B5EF4-FFF2-40B4-BE49-F238E27FC236}">
                <a16:creationId xmlns:a16="http://schemas.microsoft.com/office/drawing/2014/main" id="{B19A5149-A989-6C40-A4E0-44368219CF5E}"/>
              </a:ext>
            </a:extLst>
          </p:cNvPr>
          <p:cNvSpPr>
            <a:spLocks noGrp="1"/>
          </p:cNvSpPr>
          <p:nvPr>
            <p:ph type="body" idx="14"/>
          </p:nvPr>
        </p:nvSpPr>
        <p:spPr>
          <a:xfrm>
            <a:off x="837814" y="1398552"/>
            <a:ext cx="9315763" cy="50670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a:extLst>
              <a:ext uri="{FF2B5EF4-FFF2-40B4-BE49-F238E27FC236}">
                <a16:creationId xmlns:a16="http://schemas.microsoft.com/office/drawing/2014/main" id="{6C44BB5D-997C-0E4E-A91F-E006D347E8C1}"/>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2" name="Text Placeholder 8">
            <a:extLst>
              <a:ext uri="{FF2B5EF4-FFF2-40B4-BE49-F238E27FC236}">
                <a16:creationId xmlns:a16="http://schemas.microsoft.com/office/drawing/2014/main" id="{F13482A9-A41C-FF49-93F9-E32B0006191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080288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Plain Background Two Column">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5" name="Slide Number Placeholder 6">
            <a:extLst>
              <a:ext uri="{FF2B5EF4-FFF2-40B4-BE49-F238E27FC236}">
                <a16:creationId xmlns:a16="http://schemas.microsoft.com/office/drawing/2014/main" id="{B3F28910-9D05-F54C-80BB-9A68AE84BF47}"/>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DFB554E0-905A-DF46-873A-6634C019FB6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1763B20E-158C-9845-BC13-47AA7ED33901}"/>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4" name="Text Placeholder 2">
            <a:extLst>
              <a:ext uri="{FF2B5EF4-FFF2-40B4-BE49-F238E27FC236}">
                <a16:creationId xmlns:a16="http://schemas.microsoft.com/office/drawing/2014/main" id="{82290598-8229-E940-BB83-364B31A0C800}"/>
              </a:ext>
            </a:extLst>
          </p:cNvPr>
          <p:cNvSpPr>
            <a:spLocks noGrp="1"/>
          </p:cNvSpPr>
          <p:nvPr>
            <p:ph type="body" idx="1"/>
          </p:nvPr>
        </p:nvSpPr>
        <p:spPr>
          <a:xfrm>
            <a:off x="839787" y="1404011"/>
            <a:ext cx="476091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56FB2BD6-EF94-8342-89B2-35216E0EA890}"/>
              </a:ext>
            </a:extLst>
          </p:cNvPr>
          <p:cNvSpPr>
            <a:spLocks noGrp="1"/>
          </p:cNvSpPr>
          <p:nvPr>
            <p:ph sz="half" idx="2"/>
          </p:nvPr>
        </p:nvSpPr>
        <p:spPr>
          <a:xfrm>
            <a:off x="839787" y="2141111"/>
            <a:ext cx="476091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
            <a:extLst>
              <a:ext uri="{FF2B5EF4-FFF2-40B4-BE49-F238E27FC236}">
                <a16:creationId xmlns:a16="http://schemas.microsoft.com/office/drawing/2014/main" id="{F9ED6A1C-3D90-AA44-87AA-02B44EFE036E}"/>
              </a:ext>
            </a:extLst>
          </p:cNvPr>
          <p:cNvSpPr>
            <a:spLocks noGrp="1"/>
          </p:cNvSpPr>
          <p:nvPr>
            <p:ph type="body" idx="43"/>
          </p:nvPr>
        </p:nvSpPr>
        <p:spPr>
          <a:xfrm>
            <a:off x="5730090" y="1404011"/>
            <a:ext cx="4835204"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3">
            <a:extLst>
              <a:ext uri="{FF2B5EF4-FFF2-40B4-BE49-F238E27FC236}">
                <a16:creationId xmlns:a16="http://schemas.microsoft.com/office/drawing/2014/main" id="{07FA9AE1-6B1F-BB45-B340-C1431035AA9E}"/>
              </a:ext>
            </a:extLst>
          </p:cNvPr>
          <p:cNvSpPr>
            <a:spLocks noGrp="1"/>
          </p:cNvSpPr>
          <p:nvPr>
            <p:ph sz="half" idx="44"/>
          </p:nvPr>
        </p:nvSpPr>
        <p:spPr>
          <a:xfrm>
            <a:off x="5730090" y="2141111"/>
            <a:ext cx="4835204"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
            <a:extLst>
              <a:ext uri="{FF2B5EF4-FFF2-40B4-BE49-F238E27FC236}">
                <a16:creationId xmlns:a16="http://schemas.microsoft.com/office/drawing/2014/main" id="{C4314DF2-0EB4-D54E-9015-4B703EB61C5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4" name="Text Placeholder 8">
            <a:extLst>
              <a:ext uri="{FF2B5EF4-FFF2-40B4-BE49-F238E27FC236}">
                <a16:creationId xmlns:a16="http://schemas.microsoft.com/office/drawing/2014/main" id="{2A40310B-CA73-0748-A145-B26515FB2976}"/>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3952872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lain Background Three Column">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F6F4BB1-8234-3908-A085-3FF7687799B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5" name="Slide Number Placeholder 6">
            <a:extLst>
              <a:ext uri="{FF2B5EF4-FFF2-40B4-BE49-F238E27FC236}">
                <a16:creationId xmlns:a16="http://schemas.microsoft.com/office/drawing/2014/main" id="{E0B32DB7-1704-4F46-8D5D-7C6A18415F6C}"/>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6" name="Date Placeholder 2">
            <a:extLst>
              <a:ext uri="{FF2B5EF4-FFF2-40B4-BE49-F238E27FC236}">
                <a16:creationId xmlns:a16="http://schemas.microsoft.com/office/drawing/2014/main" id="{5AA039EF-25DF-1842-B622-233BC49A9965}"/>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1FE61E60-E642-42CF-9616-228B8A42A250}" type="datetime1">
              <a:rPr lang="en-US" smtClean="0"/>
              <a:t>4/1/2026</a:t>
            </a:fld>
            <a:endParaRPr lang="en-US"/>
          </a:p>
        </p:txBody>
      </p:sp>
      <p:sp>
        <p:nvSpPr>
          <p:cNvPr id="17" name="Footer Placeholder 3">
            <a:extLst>
              <a:ext uri="{FF2B5EF4-FFF2-40B4-BE49-F238E27FC236}">
                <a16:creationId xmlns:a16="http://schemas.microsoft.com/office/drawing/2014/main" id="{29C4C421-9493-5248-B3E6-20C72084D82F}"/>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8" name="Text Placeholder 2">
            <a:extLst>
              <a:ext uri="{FF2B5EF4-FFF2-40B4-BE49-F238E27FC236}">
                <a16:creationId xmlns:a16="http://schemas.microsoft.com/office/drawing/2014/main" id="{6A9907EC-913C-BB48-A5A2-753E0CEC2C86}"/>
              </a:ext>
            </a:extLst>
          </p:cNvPr>
          <p:cNvSpPr>
            <a:spLocks noGrp="1"/>
          </p:cNvSpPr>
          <p:nvPr>
            <p:ph type="body" idx="1"/>
          </p:nvPr>
        </p:nvSpPr>
        <p:spPr>
          <a:xfrm>
            <a:off x="839787"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3">
            <a:extLst>
              <a:ext uri="{FF2B5EF4-FFF2-40B4-BE49-F238E27FC236}">
                <a16:creationId xmlns:a16="http://schemas.microsoft.com/office/drawing/2014/main" id="{F1223254-32EA-BF45-86EC-38F43702D47D}"/>
              </a:ext>
            </a:extLst>
          </p:cNvPr>
          <p:cNvSpPr>
            <a:spLocks noGrp="1"/>
          </p:cNvSpPr>
          <p:nvPr>
            <p:ph sz="half" idx="2"/>
          </p:nvPr>
        </p:nvSpPr>
        <p:spPr>
          <a:xfrm>
            <a:off x="839787"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4CE94F2D-A8BE-9C46-A04F-1D85AA546F2D}"/>
              </a:ext>
            </a:extLst>
          </p:cNvPr>
          <p:cNvSpPr>
            <a:spLocks noGrp="1"/>
          </p:cNvSpPr>
          <p:nvPr>
            <p:ph type="body" idx="43"/>
          </p:nvPr>
        </p:nvSpPr>
        <p:spPr>
          <a:xfrm>
            <a:off x="4016741" y="1518284"/>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43BEFDC9-90CA-FE4B-995E-F71F6D1C2296}"/>
              </a:ext>
            </a:extLst>
          </p:cNvPr>
          <p:cNvSpPr>
            <a:spLocks noGrp="1"/>
          </p:cNvSpPr>
          <p:nvPr>
            <p:ph sz="half" idx="44"/>
          </p:nvPr>
        </p:nvSpPr>
        <p:spPr>
          <a:xfrm>
            <a:off x="4016741" y="2228497"/>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
            <a:extLst>
              <a:ext uri="{FF2B5EF4-FFF2-40B4-BE49-F238E27FC236}">
                <a16:creationId xmlns:a16="http://schemas.microsoft.com/office/drawing/2014/main" id="{E6C293D1-2672-F64E-9377-0AED23A81789}"/>
              </a:ext>
            </a:extLst>
          </p:cNvPr>
          <p:cNvSpPr>
            <a:spLocks noGrp="1"/>
          </p:cNvSpPr>
          <p:nvPr>
            <p:ph type="body" idx="45"/>
          </p:nvPr>
        </p:nvSpPr>
        <p:spPr>
          <a:xfrm>
            <a:off x="7193695"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FCD13946-C872-DE43-A8FB-D6BEF07F0273}"/>
              </a:ext>
            </a:extLst>
          </p:cNvPr>
          <p:cNvSpPr>
            <a:spLocks noGrp="1"/>
          </p:cNvSpPr>
          <p:nvPr>
            <p:ph sz="half" idx="46"/>
          </p:nvPr>
        </p:nvSpPr>
        <p:spPr>
          <a:xfrm>
            <a:off x="7193695"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itle 1">
            <a:extLst>
              <a:ext uri="{FF2B5EF4-FFF2-40B4-BE49-F238E27FC236}">
                <a16:creationId xmlns:a16="http://schemas.microsoft.com/office/drawing/2014/main" id="{6DA2751F-79CF-B644-A294-8EE4786FBDDB}"/>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1" name="Text Placeholder 8">
            <a:extLst>
              <a:ext uri="{FF2B5EF4-FFF2-40B4-BE49-F238E27FC236}">
                <a16:creationId xmlns:a16="http://schemas.microsoft.com/office/drawing/2014/main" id="{26373B45-C701-874E-A3AF-F4951D28799D}"/>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2835015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Content, Image Left">
    <p:bg>
      <p:bgPr>
        <a:solidFill>
          <a:srgbClr val="F3F0EB"/>
        </a:solidFill>
        <a:effectLst/>
      </p:bgPr>
    </p:bg>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44B72E30-857A-6743-9F81-25A9C59983E9}"/>
              </a:ext>
            </a:extLst>
          </p:cNvPr>
          <p:cNvSpPr>
            <a:spLocks noGrp="1"/>
          </p:cNvSpPr>
          <p:nvPr>
            <p:ph type="pic" sz="quarter" idx="14"/>
          </p:nvPr>
        </p:nvSpPr>
        <p:spPr>
          <a:xfrm flipH="1">
            <a:off x="-124178" y="-113644"/>
            <a:ext cx="6351190" cy="7085287"/>
          </a:xfrm>
          <a:custGeom>
            <a:avLst/>
            <a:gdLst>
              <a:gd name="connsiteX0" fmla="*/ 0 w 6930234"/>
              <a:gd name="connsiteY0" fmla="*/ 0 h 7085287"/>
              <a:gd name="connsiteX1" fmla="*/ 6930234 w 6930234"/>
              <a:gd name="connsiteY1" fmla="*/ 0 h 7085287"/>
              <a:gd name="connsiteX2" fmla="*/ 6930234 w 6930234"/>
              <a:gd name="connsiteY2" fmla="*/ 7085287 h 7085287"/>
              <a:gd name="connsiteX3" fmla="*/ 0 w 6930234"/>
              <a:gd name="connsiteY3" fmla="*/ 708528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0234" h="7085287">
                <a:moveTo>
                  <a:pt x="0" y="0"/>
                </a:moveTo>
                <a:lnTo>
                  <a:pt x="6930234" y="0"/>
                </a:lnTo>
                <a:lnTo>
                  <a:pt x="6930234" y="7085287"/>
                </a:lnTo>
                <a:lnTo>
                  <a:pt x="3267855" y="7055307"/>
                </a:lnTo>
                <a:cubicBezTo>
                  <a:pt x="1444051" y="4553636"/>
                  <a:pt x="634397" y="2507461"/>
                  <a:pt x="0" y="0"/>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5" name="Slide Number Placeholder 6">
            <a:extLst>
              <a:ext uri="{FF2B5EF4-FFF2-40B4-BE49-F238E27FC236}">
                <a16:creationId xmlns:a16="http://schemas.microsoft.com/office/drawing/2014/main" id="{03D401ED-054F-B140-A652-EC31A29B77F6}"/>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0D15EF73-5EEF-234B-97F4-ABD9E71C737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3F7F506D-05F6-4B41-8690-C68A822677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Content Placeholder 2">
            <a:extLst>
              <a:ext uri="{FF2B5EF4-FFF2-40B4-BE49-F238E27FC236}">
                <a16:creationId xmlns:a16="http://schemas.microsoft.com/office/drawing/2014/main" id="{2B0852EE-BBF1-4949-BE12-DC308271D6E9}"/>
              </a:ext>
            </a:extLst>
          </p:cNvPr>
          <p:cNvSpPr>
            <a:spLocks noGrp="1"/>
          </p:cNvSpPr>
          <p:nvPr>
            <p:ph idx="1"/>
          </p:nvPr>
        </p:nvSpPr>
        <p:spPr>
          <a:xfrm>
            <a:off x="6862330" y="2002115"/>
            <a:ext cx="4367233" cy="4104067"/>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2EB6A1B0-8CE1-A848-B63B-2E9FFC0856AF}"/>
              </a:ext>
            </a:extLst>
          </p:cNvPr>
          <p:cNvSpPr>
            <a:spLocks noGrp="1"/>
          </p:cNvSpPr>
          <p:nvPr>
            <p:ph type="body" idx="43"/>
          </p:nvPr>
        </p:nvSpPr>
        <p:spPr>
          <a:xfrm>
            <a:off x="6862332"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itle 1">
            <a:extLst>
              <a:ext uri="{FF2B5EF4-FFF2-40B4-BE49-F238E27FC236}">
                <a16:creationId xmlns:a16="http://schemas.microsoft.com/office/drawing/2014/main" id="{3CD7B84C-7559-5649-AEBB-BA43C6D99E73}"/>
              </a:ext>
            </a:extLst>
          </p:cNvPr>
          <p:cNvSpPr>
            <a:spLocks noGrp="1"/>
          </p:cNvSpPr>
          <p:nvPr>
            <p:ph type="title"/>
          </p:nvPr>
        </p:nvSpPr>
        <p:spPr>
          <a:xfrm>
            <a:off x="6862328"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203462824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Gradien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C891441C-E56D-9C43-9C12-062C8A4FB463}"/>
              </a:ext>
            </a:extLst>
          </p:cNvPr>
          <p:cNvSpPr>
            <a:spLocks noGrp="1"/>
          </p:cNvSpPr>
          <p:nvPr>
            <p:ph type="dt" sz="half" idx="10"/>
          </p:nvPr>
        </p:nvSpPr>
        <p:spPr>
          <a:xfrm>
            <a:off x="241688" y="6356350"/>
            <a:ext cx="2743200" cy="365125"/>
          </a:xfrm>
        </p:spPr>
        <p:txBody>
          <a:bodyPr/>
          <a:lstStyle>
            <a:lvl1pPr>
              <a:defRPr>
                <a:solidFill>
                  <a:srgbClr val="F3F0EB"/>
                </a:solidFill>
              </a:defRPr>
            </a:lvl1pPr>
          </a:lstStyle>
          <a:p>
            <a:fld id="{260C550E-C305-894C-87B6-A0F129C4A667}" type="datetime1">
              <a:rPr lang="en-US" smtClean="0"/>
              <a:t>4/1/2026</a:t>
            </a:fld>
            <a:endParaRPr lang="en-US"/>
          </a:p>
        </p:txBody>
      </p:sp>
      <p:sp>
        <p:nvSpPr>
          <p:cNvPr id="6" name="Footer Placeholder 3">
            <a:extLst>
              <a:ext uri="{FF2B5EF4-FFF2-40B4-BE49-F238E27FC236}">
                <a16:creationId xmlns:a16="http://schemas.microsoft.com/office/drawing/2014/main" id="{9957150E-8A76-EE4F-9220-75D0B24F0295}"/>
              </a:ext>
            </a:extLst>
          </p:cNvPr>
          <p:cNvSpPr>
            <a:spLocks noGrp="1"/>
          </p:cNvSpPr>
          <p:nvPr>
            <p:ph type="ftr" sz="quarter" idx="11"/>
          </p:nvPr>
        </p:nvSpPr>
        <p:spPr>
          <a:xfrm>
            <a:off x="4038599" y="6356350"/>
            <a:ext cx="6113585" cy="365125"/>
          </a:xfrm>
        </p:spPr>
        <p:txBody>
          <a:bodyPr/>
          <a:lstStyle>
            <a:lvl1pPr algn="l">
              <a:defRPr>
                <a:solidFill>
                  <a:srgbClr val="F3F0EB"/>
                </a:solidFill>
              </a:defRPr>
            </a:lvl1pPr>
          </a:lstStyle>
          <a:p>
            <a:endParaRPr lang="en-US"/>
          </a:p>
        </p:txBody>
      </p:sp>
      <p:sp>
        <p:nvSpPr>
          <p:cNvPr id="7" name="Slide Number Placeholder 4">
            <a:extLst>
              <a:ext uri="{FF2B5EF4-FFF2-40B4-BE49-F238E27FC236}">
                <a16:creationId xmlns:a16="http://schemas.microsoft.com/office/drawing/2014/main" id="{EA45EE5B-042A-0E48-B223-85A8F5A21420}"/>
              </a:ext>
            </a:extLst>
          </p:cNvPr>
          <p:cNvSpPr>
            <a:spLocks noGrp="1"/>
          </p:cNvSpPr>
          <p:nvPr>
            <p:ph type="sldNum" sz="quarter" idx="12"/>
          </p:nvPr>
        </p:nvSpPr>
        <p:spPr>
          <a:xfrm>
            <a:off x="10898756" y="6356350"/>
            <a:ext cx="1051556" cy="365125"/>
          </a:xfrm>
        </p:spPr>
        <p:txBody>
          <a:bodyPr/>
          <a:lstStyle>
            <a:lvl1pPr>
              <a:defRPr>
                <a:solidFill>
                  <a:srgbClr val="F3F0EB"/>
                </a:solidFill>
              </a:defRPr>
            </a:lvl1pPr>
          </a:lstStyle>
          <a:p>
            <a:fld id="{A302AA3E-1A50-7040-AB03-BA4BB93F6E63}" type="slidenum">
              <a:rPr lang="en-US" smtClean="0"/>
              <a:t>‹#›</a:t>
            </a:fld>
            <a:endParaRPr lang="en-US"/>
          </a:p>
        </p:txBody>
      </p:sp>
      <p:pic>
        <p:nvPicPr>
          <p:cNvPr id="9" name="Picture 8">
            <a:extLst>
              <a:ext uri="{FF2B5EF4-FFF2-40B4-BE49-F238E27FC236}">
                <a16:creationId xmlns:a16="http://schemas.microsoft.com/office/drawing/2014/main" id="{D746ED4D-77B7-5942-8847-751C98D264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2112" y="235879"/>
            <a:ext cx="1047960" cy="360747"/>
          </a:xfrm>
          <a:prstGeom prst="rect">
            <a:avLst/>
          </a:prstGeom>
        </p:spPr>
      </p:pic>
    </p:spTree>
    <p:extLst>
      <p:ext uri="{BB962C8B-B14F-4D97-AF65-F5344CB8AC3E}">
        <p14:creationId xmlns:p14="http://schemas.microsoft.com/office/powerpoint/2010/main" val="32509098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4AE6B32-4709-DCED-0D9D-16B493DD21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D5FBFD70-6970-964F-A077-4AF0FF7F20DF}"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pic>
        <p:nvPicPr>
          <p:cNvPr id="7" name="Picture 6">
            <a:extLst>
              <a:ext uri="{FF2B5EF4-FFF2-40B4-BE49-F238E27FC236}">
                <a16:creationId xmlns:a16="http://schemas.microsoft.com/office/drawing/2014/main" id="{599F5C99-7AE8-194B-88D2-14E98BA1FCD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2" name="Picture 1">
            <a:extLst>
              <a:ext uri="{FF2B5EF4-FFF2-40B4-BE49-F238E27FC236}">
                <a16:creationId xmlns:a16="http://schemas.microsoft.com/office/drawing/2014/main" id="{4ACC1C6F-8584-6F56-1CE8-44E129D01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685867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Content, 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94369" y="463296"/>
            <a:ext cx="7389963" cy="6162373"/>
          </a:xfrm>
          <a:prstGeom prst="rect">
            <a:avLst/>
          </a:prstGeom>
        </p:spPr>
      </p:pic>
      <p:sp>
        <p:nvSpPr>
          <p:cNvPr id="5" name="Picture Placeholder 4"/>
          <p:cNvSpPr>
            <a:spLocks noGrp="1"/>
          </p:cNvSpPr>
          <p:nvPr>
            <p:ph type="pic" sz="quarter" idx="12"/>
          </p:nvPr>
        </p:nvSpPr>
        <p:spPr>
          <a:xfrm>
            <a:off x="5667230" y="1245807"/>
            <a:ext cx="5988322" cy="3387153"/>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4" name="Slide Number Placeholder 6">
            <a:extLst>
              <a:ext uri="{FF2B5EF4-FFF2-40B4-BE49-F238E27FC236}">
                <a16:creationId xmlns:a16="http://schemas.microsoft.com/office/drawing/2014/main" id="{8F4F93AC-7C44-5B42-8F09-E8F91997284B}"/>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C78A62D0-0C55-DC4C-923F-706BAAF38B6B}"/>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8B7D15AC-8BF0-354C-B114-091C1952F272}"/>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
        <p:nvSpPr>
          <p:cNvPr id="19" name="Content Placeholder 2">
            <a:extLst>
              <a:ext uri="{FF2B5EF4-FFF2-40B4-BE49-F238E27FC236}">
                <a16:creationId xmlns:a16="http://schemas.microsoft.com/office/drawing/2014/main" id="{17626513-7C6E-0E4E-9E0F-88A96817A638}"/>
              </a:ext>
            </a:extLst>
          </p:cNvPr>
          <p:cNvSpPr>
            <a:spLocks noGrp="1"/>
          </p:cNvSpPr>
          <p:nvPr>
            <p:ph idx="1"/>
          </p:nvPr>
        </p:nvSpPr>
        <p:spPr>
          <a:xfrm>
            <a:off x="837813" y="2002115"/>
            <a:ext cx="4367233" cy="394148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9EDE1691-7F88-1543-84CE-EC620E9C1046}"/>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itle 1">
            <a:extLst>
              <a:ext uri="{FF2B5EF4-FFF2-40B4-BE49-F238E27FC236}">
                <a16:creationId xmlns:a16="http://schemas.microsoft.com/office/drawing/2014/main" id="{78850427-EC26-7A48-8EBB-5E5E6F4499C8}"/>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pic>
        <p:nvPicPr>
          <p:cNvPr id="12" name="Picture 11">
            <a:extLst>
              <a:ext uri="{FF2B5EF4-FFF2-40B4-BE49-F238E27FC236}">
                <a16:creationId xmlns:a16="http://schemas.microsoft.com/office/drawing/2014/main" id="{CD0D04CA-FF81-4B49-8F08-D5FF69E34D3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165305780"/>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Content, Desktop &amp;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1" name="Picture 10"/>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10" name="Picture 9">
            <a:extLst>
              <a:ext uri="{FF2B5EF4-FFF2-40B4-BE49-F238E27FC236}">
                <a16:creationId xmlns:a16="http://schemas.microsoft.com/office/drawing/2014/main" id="{C78588E9-294F-4647-9117-A753EB4D4EA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965700" y="232331"/>
            <a:ext cx="7154798" cy="5966273"/>
          </a:xfrm>
          <a:prstGeom prst="rect">
            <a:avLst/>
          </a:prstGeom>
        </p:spPr>
      </p:pic>
      <p:pic>
        <p:nvPicPr>
          <p:cNvPr id="13" name="Picture 12">
            <a:extLst>
              <a:ext uri="{FF2B5EF4-FFF2-40B4-BE49-F238E27FC236}">
                <a16:creationId xmlns:a16="http://schemas.microsoft.com/office/drawing/2014/main" id="{2855662A-C112-FA4A-AA38-4DF77BD2F4B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546525" y="2148424"/>
            <a:ext cx="2375773" cy="4545120"/>
          </a:xfrm>
          <a:prstGeom prst="rect">
            <a:avLst/>
          </a:prstGeom>
        </p:spPr>
      </p:pic>
      <p:sp>
        <p:nvSpPr>
          <p:cNvPr id="14" name="Picture Placeholder 5">
            <a:extLst>
              <a:ext uri="{FF2B5EF4-FFF2-40B4-BE49-F238E27FC236}">
                <a16:creationId xmlns:a16="http://schemas.microsoft.com/office/drawing/2014/main" id="{0C2BA6BA-1C42-3940-85B7-7C94A8BF47F4}"/>
              </a:ext>
            </a:extLst>
          </p:cNvPr>
          <p:cNvSpPr>
            <a:spLocks noGrp="1"/>
          </p:cNvSpPr>
          <p:nvPr>
            <p:ph type="pic" sz="quarter" idx="15"/>
          </p:nvPr>
        </p:nvSpPr>
        <p:spPr>
          <a:xfrm>
            <a:off x="9830911" y="2483759"/>
            <a:ext cx="1798730" cy="381299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90010 w 2504250"/>
              <a:gd name="connsiteY7" fmla="*/ 5036865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57632"/>
              <a:gd name="connsiteX1" fmla="*/ 615781 w 2504250"/>
              <a:gd name="connsiteY1" fmla="*/ 0 h 5357632"/>
              <a:gd name="connsiteX2" fmla="*/ 732815 w 2504250"/>
              <a:gd name="connsiteY2" fmla="*/ 183847 h 5357632"/>
              <a:gd name="connsiteX3" fmla="*/ 1797081 w 2504250"/>
              <a:gd name="connsiteY3" fmla="*/ 189865 h 5357632"/>
              <a:gd name="connsiteX4" fmla="*/ 1924342 w 2504250"/>
              <a:gd name="connsiteY4" fmla="*/ 14513 h 5357632"/>
              <a:gd name="connsiteX5" fmla="*/ 2139267 w 2504250"/>
              <a:gd name="connsiteY5" fmla="*/ 15141 h 5357632"/>
              <a:gd name="connsiteX6" fmla="*/ 2504250 w 2504250"/>
              <a:gd name="connsiteY6" fmla="*/ 331512 h 5357632"/>
              <a:gd name="connsiteX7" fmla="*/ 2490010 w 2504250"/>
              <a:gd name="connsiteY7" fmla="*/ 5036865 h 5357632"/>
              <a:gd name="connsiteX8" fmla="*/ 2147989 w 2504250"/>
              <a:gd name="connsiteY8" fmla="*/ 5357632 h 5357632"/>
              <a:gd name="connsiteX9" fmla="*/ 307378 w 2504250"/>
              <a:gd name="connsiteY9" fmla="*/ 5345856 h 5357632"/>
              <a:gd name="connsiteX10" fmla="*/ 0 w 2504250"/>
              <a:gd name="connsiteY10" fmla="*/ 5008098 h 5357632"/>
              <a:gd name="connsiteX11" fmla="*/ 42536 w 2504250"/>
              <a:gd name="connsiteY11" fmla="*/ 337588 h 5357632"/>
              <a:gd name="connsiteX12" fmla="*/ 377136 w 2504250"/>
              <a:gd name="connsiteY12" fmla="*/ 2988 h 5357632"/>
              <a:gd name="connsiteX0" fmla="*/ 377136 w 2504250"/>
              <a:gd name="connsiteY0" fmla="*/ 2988 h 5359501"/>
              <a:gd name="connsiteX1" fmla="*/ 615781 w 2504250"/>
              <a:gd name="connsiteY1" fmla="*/ 0 h 5359501"/>
              <a:gd name="connsiteX2" fmla="*/ 732815 w 2504250"/>
              <a:gd name="connsiteY2" fmla="*/ 183847 h 5359501"/>
              <a:gd name="connsiteX3" fmla="*/ 1797081 w 2504250"/>
              <a:gd name="connsiteY3" fmla="*/ 189865 h 5359501"/>
              <a:gd name="connsiteX4" fmla="*/ 1924342 w 2504250"/>
              <a:gd name="connsiteY4" fmla="*/ 14513 h 5359501"/>
              <a:gd name="connsiteX5" fmla="*/ 2139267 w 2504250"/>
              <a:gd name="connsiteY5" fmla="*/ 15141 h 5359501"/>
              <a:gd name="connsiteX6" fmla="*/ 2504250 w 2504250"/>
              <a:gd name="connsiteY6" fmla="*/ 331512 h 5359501"/>
              <a:gd name="connsiteX7" fmla="*/ 2490010 w 2504250"/>
              <a:gd name="connsiteY7" fmla="*/ 5036865 h 5359501"/>
              <a:gd name="connsiteX8" fmla="*/ 2147989 w 2504250"/>
              <a:gd name="connsiteY8" fmla="*/ 5357632 h 5359501"/>
              <a:gd name="connsiteX9" fmla="*/ 356261 w 2504250"/>
              <a:gd name="connsiteY9" fmla="*/ 5359244 h 5359501"/>
              <a:gd name="connsiteX10" fmla="*/ 0 w 2504250"/>
              <a:gd name="connsiteY10" fmla="*/ 5008098 h 5359501"/>
              <a:gd name="connsiteX11" fmla="*/ 42536 w 2504250"/>
              <a:gd name="connsiteY11" fmla="*/ 337588 h 5359501"/>
              <a:gd name="connsiteX12" fmla="*/ 377136 w 2504250"/>
              <a:gd name="connsiteY12" fmla="*/ 2988 h 5359501"/>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55868 w 2517582"/>
              <a:gd name="connsiteY11" fmla="*/ 337588 h 5359546"/>
              <a:gd name="connsiteX12" fmla="*/ 390468 w 2517582"/>
              <a:gd name="connsiteY12" fmla="*/ 2988 h 5359546"/>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42537 w 2517582"/>
              <a:gd name="connsiteY11" fmla="*/ 333126 h 5359546"/>
              <a:gd name="connsiteX12" fmla="*/ 390468 w 2517582"/>
              <a:gd name="connsiteY12" fmla="*/ 2988 h 535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7582" h="5359546">
                <a:moveTo>
                  <a:pt x="390468" y="2988"/>
                </a:moveTo>
                <a:lnTo>
                  <a:pt x="629113" y="0"/>
                </a:lnTo>
                <a:cubicBezTo>
                  <a:pt x="622408" y="145653"/>
                  <a:pt x="637060" y="183349"/>
                  <a:pt x="746147" y="183847"/>
                </a:cubicBezTo>
                <a:lnTo>
                  <a:pt x="1810413" y="189865"/>
                </a:lnTo>
                <a:cubicBezTo>
                  <a:pt x="1948181" y="204177"/>
                  <a:pt x="1942422" y="40595"/>
                  <a:pt x="1937674" y="14513"/>
                </a:cubicBezTo>
                <a:cubicBezTo>
                  <a:pt x="2048237" y="12563"/>
                  <a:pt x="2082226" y="9906"/>
                  <a:pt x="2152599" y="15141"/>
                </a:cubicBezTo>
                <a:cubicBezTo>
                  <a:pt x="2399607" y="15141"/>
                  <a:pt x="2517582" y="146718"/>
                  <a:pt x="2517582" y="331512"/>
                </a:cubicBezTo>
                <a:cubicBezTo>
                  <a:pt x="2512835" y="1899963"/>
                  <a:pt x="2508089" y="3468414"/>
                  <a:pt x="2503342" y="5036865"/>
                </a:cubicBezTo>
                <a:cubicBezTo>
                  <a:pt x="2510600" y="5241735"/>
                  <a:pt x="2351677" y="5357632"/>
                  <a:pt x="2161321" y="5357632"/>
                </a:cubicBezTo>
                <a:lnTo>
                  <a:pt x="369593" y="5359244"/>
                </a:lnTo>
                <a:cubicBezTo>
                  <a:pt x="142951" y="5366502"/>
                  <a:pt x="7257" y="5242540"/>
                  <a:pt x="0" y="5030412"/>
                </a:cubicBezTo>
                <a:lnTo>
                  <a:pt x="42537" y="333126"/>
                </a:lnTo>
                <a:cubicBezTo>
                  <a:pt x="42537" y="148332"/>
                  <a:pt x="134572" y="-1474"/>
                  <a:pt x="390468" y="2988"/>
                </a:cubicBez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15" name="Picture Placeholder 16">
            <a:extLst>
              <a:ext uri="{FF2B5EF4-FFF2-40B4-BE49-F238E27FC236}">
                <a16:creationId xmlns:a16="http://schemas.microsoft.com/office/drawing/2014/main" id="{2BD84E75-B6ED-D543-B317-62715B5A7754}"/>
              </a:ext>
            </a:extLst>
          </p:cNvPr>
          <p:cNvSpPr>
            <a:spLocks noGrp="1"/>
          </p:cNvSpPr>
          <p:nvPr>
            <p:ph type="pic" sz="quarter" idx="16"/>
          </p:nvPr>
        </p:nvSpPr>
        <p:spPr>
          <a:xfrm>
            <a:off x="5656459" y="992558"/>
            <a:ext cx="5710426" cy="3242909"/>
          </a:xfrm>
          <a:custGeom>
            <a:avLst/>
            <a:gdLst>
              <a:gd name="connsiteX0" fmla="*/ 0 w 4957762"/>
              <a:gd name="connsiteY0" fmla="*/ 0 h 2784475"/>
              <a:gd name="connsiteX1" fmla="*/ 4957762 w 4957762"/>
              <a:gd name="connsiteY1" fmla="*/ 0 h 2784475"/>
              <a:gd name="connsiteX2" fmla="*/ 4957762 w 4957762"/>
              <a:gd name="connsiteY2" fmla="*/ 2784475 h 2784475"/>
              <a:gd name="connsiteX3" fmla="*/ 0 w 4957762"/>
              <a:gd name="connsiteY3" fmla="*/ 2784475 h 2784475"/>
              <a:gd name="connsiteX4" fmla="*/ 0 w 4957762"/>
              <a:gd name="connsiteY4"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0 w 4957762"/>
              <a:gd name="connsiteY4" fmla="*/ 2784475 h 2784475"/>
              <a:gd name="connsiteX5" fmla="*/ 0 w 4957762"/>
              <a:gd name="connsiteY5"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3757612 w 4957762"/>
              <a:gd name="connsiteY4" fmla="*/ 2784475 h 2784475"/>
              <a:gd name="connsiteX5" fmla="*/ 0 w 4957762"/>
              <a:gd name="connsiteY5" fmla="*/ 2784475 h 2784475"/>
              <a:gd name="connsiteX6" fmla="*/ 0 w 4957762"/>
              <a:gd name="connsiteY6" fmla="*/ 0 h 2784475"/>
              <a:gd name="connsiteX0" fmla="*/ 0 w 5043913"/>
              <a:gd name="connsiteY0" fmla="*/ 0 h 2784837"/>
              <a:gd name="connsiteX1" fmla="*/ 4957762 w 5043913"/>
              <a:gd name="connsiteY1" fmla="*/ 0 h 2784837"/>
              <a:gd name="connsiteX2" fmla="*/ 4947602 w 5043913"/>
              <a:gd name="connsiteY2" fmla="*/ 1067435 h 2784837"/>
              <a:gd name="connsiteX3" fmla="*/ 4948237 w 5043913"/>
              <a:gd name="connsiteY3" fmla="*/ 2590800 h 2784837"/>
              <a:gd name="connsiteX4" fmla="*/ 4957762 w 5043913"/>
              <a:gd name="connsiteY4" fmla="*/ 2784475 h 2784837"/>
              <a:gd name="connsiteX5" fmla="*/ 3757612 w 5043913"/>
              <a:gd name="connsiteY5" fmla="*/ 2784475 h 2784837"/>
              <a:gd name="connsiteX6" fmla="*/ 0 w 5043913"/>
              <a:gd name="connsiteY6" fmla="*/ 2784475 h 2784837"/>
              <a:gd name="connsiteX7" fmla="*/ 0 w 5043913"/>
              <a:gd name="connsiteY7" fmla="*/ 0 h 2784837"/>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4805362 w 4966602"/>
              <a:gd name="connsiteY5" fmla="*/ 2781300 h 2785062"/>
              <a:gd name="connsiteX6" fmla="*/ 3757612 w 4966602"/>
              <a:gd name="connsiteY6" fmla="*/ 2784475 h 2785062"/>
              <a:gd name="connsiteX7" fmla="*/ 0 w 4966602"/>
              <a:gd name="connsiteY7" fmla="*/ 2784475 h 2785062"/>
              <a:gd name="connsiteX8" fmla="*/ 0 w 4966602"/>
              <a:gd name="connsiteY8" fmla="*/ 0 h 2785062"/>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3776662 w 4966602"/>
              <a:gd name="connsiteY5" fmla="*/ 1323975 h 2785062"/>
              <a:gd name="connsiteX6" fmla="*/ 3757612 w 4966602"/>
              <a:gd name="connsiteY6" fmla="*/ 2784475 h 2785062"/>
              <a:gd name="connsiteX7" fmla="*/ 0 w 4966602"/>
              <a:gd name="connsiteY7" fmla="*/ 2784475 h 2785062"/>
              <a:gd name="connsiteX8" fmla="*/ 0 w 4966602"/>
              <a:gd name="connsiteY8" fmla="*/ 0 h 2785062"/>
              <a:gd name="connsiteX0" fmla="*/ 0 w 4958207"/>
              <a:gd name="connsiteY0" fmla="*/ 0 h 2784475"/>
              <a:gd name="connsiteX1" fmla="*/ 4957762 w 4958207"/>
              <a:gd name="connsiteY1" fmla="*/ 0 h 2784475"/>
              <a:gd name="connsiteX2" fmla="*/ 4947602 w 4958207"/>
              <a:gd name="connsiteY2" fmla="*/ 1067435 h 2784475"/>
              <a:gd name="connsiteX3" fmla="*/ 4040187 w 4958207"/>
              <a:gd name="connsiteY3" fmla="*/ 1120775 h 2784475"/>
              <a:gd name="connsiteX4" fmla="*/ 4957762 w 4958207"/>
              <a:gd name="connsiteY4" fmla="*/ 2784475 h 2784475"/>
              <a:gd name="connsiteX5" fmla="*/ 3776662 w 4958207"/>
              <a:gd name="connsiteY5" fmla="*/ 1323975 h 2784475"/>
              <a:gd name="connsiteX6" fmla="*/ 3757612 w 4958207"/>
              <a:gd name="connsiteY6" fmla="*/ 2784475 h 2784475"/>
              <a:gd name="connsiteX7" fmla="*/ 0 w 4958207"/>
              <a:gd name="connsiteY7" fmla="*/ 2784475 h 2784475"/>
              <a:gd name="connsiteX8" fmla="*/ 0 w 4958207"/>
              <a:gd name="connsiteY8" fmla="*/ 0 h 2784475"/>
              <a:gd name="connsiteX0" fmla="*/ 0 w 4957762"/>
              <a:gd name="connsiteY0" fmla="*/ 0 h 2784475"/>
              <a:gd name="connsiteX1" fmla="*/ 4957762 w 4957762"/>
              <a:gd name="connsiteY1" fmla="*/ 0 h 2784475"/>
              <a:gd name="connsiteX2" fmla="*/ 4947602 w 4957762"/>
              <a:gd name="connsiteY2" fmla="*/ 1067435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06526 w 4957762"/>
              <a:gd name="connsiteY3" fmla="*/ 1207090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36153"/>
              <a:gd name="connsiteY0" fmla="*/ 15828 h 2800303"/>
              <a:gd name="connsiteX1" fmla="*/ 4935603 w 4936153"/>
              <a:gd name="connsiteY1" fmla="*/ 0 h 2800303"/>
              <a:gd name="connsiteX2" fmla="*/ 4935116 w 4936153"/>
              <a:gd name="connsiteY2" fmla="*/ 1221868 h 2800303"/>
              <a:gd name="connsiteX3" fmla="*/ 3806526 w 4936153"/>
              <a:gd name="connsiteY3" fmla="*/ 1222918 h 2800303"/>
              <a:gd name="connsiteX4" fmla="*/ 3575009 w 4936153"/>
              <a:gd name="connsiteY4" fmla="*/ 1445393 h 2800303"/>
              <a:gd name="connsiteX5" fmla="*/ 3562093 w 4936153"/>
              <a:gd name="connsiteY5" fmla="*/ 2800303 h 2800303"/>
              <a:gd name="connsiteX6" fmla="*/ 0 w 4936153"/>
              <a:gd name="connsiteY6" fmla="*/ 2800303 h 2800303"/>
              <a:gd name="connsiteX7" fmla="*/ 0 w 4936153"/>
              <a:gd name="connsiteY7" fmla="*/ 15828 h 2800303"/>
              <a:gd name="connsiteX0" fmla="*/ 0 w 4939026"/>
              <a:gd name="connsiteY0" fmla="*/ 15828 h 2800303"/>
              <a:gd name="connsiteX1" fmla="*/ 4935603 w 4939026"/>
              <a:gd name="connsiteY1" fmla="*/ 0 h 2800303"/>
              <a:gd name="connsiteX2" fmla="*/ 4938281 w 4939026"/>
              <a:gd name="connsiteY2" fmla="*/ 1225034 h 2800303"/>
              <a:gd name="connsiteX3" fmla="*/ 3806526 w 4939026"/>
              <a:gd name="connsiteY3" fmla="*/ 1222918 h 2800303"/>
              <a:gd name="connsiteX4" fmla="*/ 3575009 w 4939026"/>
              <a:gd name="connsiteY4" fmla="*/ 1445393 h 2800303"/>
              <a:gd name="connsiteX5" fmla="*/ 3562093 w 4939026"/>
              <a:gd name="connsiteY5" fmla="*/ 2800303 h 2800303"/>
              <a:gd name="connsiteX6" fmla="*/ 0 w 4939026"/>
              <a:gd name="connsiteY6" fmla="*/ 2800303 h 2800303"/>
              <a:gd name="connsiteX7" fmla="*/ 0 w 4939026"/>
              <a:gd name="connsiteY7" fmla="*/ 15828 h 2800303"/>
              <a:gd name="connsiteX0" fmla="*/ 0 w 4942191"/>
              <a:gd name="connsiteY0" fmla="*/ 0 h 2806635"/>
              <a:gd name="connsiteX1" fmla="*/ 4938768 w 4942191"/>
              <a:gd name="connsiteY1" fmla="*/ 6332 h 2806635"/>
              <a:gd name="connsiteX2" fmla="*/ 4941446 w 4942191"/>
              <a:gd name="connsiteY2" fmla="*/ 1231366 h 2806635"/>
              <a:gd name="connsiteX3" fmla="*/ 3809691 w 4942191"/>
              <a:gd name="connsiteY3" fmla="*/ 1229250 h 2806635"/>
              <a:gd name="connsiteX4" fmla="*/ 3578174 w 4942191"/>
              <a:gd name="connsiteY4" fmla="*/ 1451725 h 2806635"/>
              <a:gd name="connsiteX5" fmla="*/ 3565258 w 4942191"/>
              <a:gd name="connsiteY5" fmla="*/ 2806635 h 2806635"/>
              <a:gd name="connsiteX6" fmla="*/ 3165 w 4942191"/>
              <a:gd name="connsiteY6" fmla="*/ 2806635 h 2806635"/>
              <a:gd name="connsiteX7" fmla="*/ 0 w 4942191"/>
              <a:gd name="connsiteY7" fmla="*/ 0 h 280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2191" h="2806635">
                <a:moveTo>
                  <a:pt x="0" y="0"/>
                </a:moveTo>
                <a:lnTo>
                  <a:pt x="4938768" y="6332"/>
                </a:lnTo>
                <a:cubicBezTo>
                  <a:pt x="4935381" y="362144"/>
                  <a:pt x="4944833" y="875554"/>
                  <a:pt x="4941446" y="1231366"/>
                </a:cubicBezTo>
                <a:cubicBezTo>
                  <a:pt x="4939859" y="1228191"/>
                  <a:pt x="4017557" y="1231963"/>
                  <a:pt x="3809691" y="1229250"/>
                </a:cubicBezTo>
                <a:cubicBezTo>
                  <a:pt x="3799214" y="1230203"/>
                  <a:pt x="3626857" y="1242704"/>
                  <a:pt x="3578174" y="1451725"/>
                </a:cubicBezTo>
                <a:lnTo>
                  <a:pt x="3565258" y="2806635"/>
                </a:lnTo>
                <a:lnTo>
                  <a:pt x="3165" y="2806635"/>
                </a:lnTo>
                <a:lnTo>
                  <a:pt x="0" y="0"/>
                </a:ln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30" name="Slide Number Placeholder 6">
            <a:extLst>
              <a:ext uri="{FF2B5EF4-FFF2-40B4-BE49-F238E27FC236}">
                <a16:creationId xmlns:a16="http://schemas.microsoft.com/office/drawing/2014/main" id="{5E8C2EE2-14A6-5849-9DAA-AE85091E0B89}"/>
              </a:ext>
            </a:extLst>
          </p:cNvPr>
          <p:cNvSpPr>
            <a:spLocks noGrp="1"/>
          </p:cNvSpPr>
          <p:nvPr>
            <p:ph type="sldNum" sz="quarter" idx="44"/>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31" name="Date Placeholder 2">
            <a:extLst>
              <a:ext uri="{FF2B5EF4-FFF2-40B4-BE49-F238E27FC236}">
                <a16:creationId xmlns:a16="http://schemas.microsoft.com/office/drawing/2014/main" id="{21BE98F5-4811-E946-A16F-85CDEFBC2A92}"/>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32" name="Footer Placeholder 3">
            <a:extLst>
              <a:ext uri="{FF2B5EF4-FFF2-40B4-BE49-F238E27FC236}">
                <a16:creationId xmlns:a16="http://schemas.microsoft.com/office/drawing/2014/main" id="{EC9D0D16-48DD-F841-811B-3852D8088BEF}"/>
              </a:ext>
            </a:extLst>
          </p:cNvPr>
          <p:cNvSpPr>
            <a:spLocks noGrp="1"/>
          </p:cNvSpPr>
          <p:nvPr>
            <p:ph type="ftr" sz="quarter" idx="11"/>
          </p:nvPr>
        </p:nvSpPr>
        <p:spPr>
          <a:xfrm>
            <a:off x="3289852" y="6356350"/>
            <a:ext cx="6185171" cy="365125"/>
          </a:xfrm>
        </p:spPr>
        <p:txBody>
          <a:bodyPr/>
          <a:lstStyle>
            <a:lvl1pPr algn="l">
              <a:defRPr b="0" i="0">
                <a:solidFill>
                  <a:srgbClr val="898989"/>
                </a:solidFill>
                <a:latin typeface="Sofia Pro Medium" pitchFamily="2" charset="77"/>
              </a:defRPr>
            </a:lvl1pPr>
          </a:lstStyle>
          <a:p>
            <a:endParaRPr lang="en-US"/>
          </a:p>
        </p:txBody>
      </p:sp>
      <p:sp>
        <p:nvSpPr>
          <p:cNvPr id="20" name="Content Placeholder 2">
            <a:extLst>
              <a:ext uri="{FF2B5EF4-FFF2-40B4-BE49-F238E27FC236}">
                <a16:creationId xmlns:a16="http://schemas.microsoft.com/office/drawing/2014/main" id="{CB1FDA8C-FF85-7644-85E0-5272276DF2C5}"/>
              </a:ext>
            </a:extLst>
          </p:cNvPr>
          <p:cNvSpPr>
            <a:spLocks noGrp="1"/>
          </p:cNvSpPr>
          <p:nvPr>
            <p:ph idx="1"/>
          </p:nvPr>
        </p:nvSpPr>
        <p:spPr>
          <a:xfrm>
            <a:off x="837813" y="2002116"/>
            <a:ext cx="4367233" cy="3991128"/>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EFAE0BAF-F4ED-0245-AC52-71EA0658B36C}"/>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itle 1">
            <a:extLst>
              <a:ext uri="{FF2B5EF4-FFF2-40B4-BE49-F238E27FC236}">
                <a16:creationId xmlns:a16="http://schemas.microsoft.com/office/drawing/2014/main" id="{518B5006-F66A-7549-8099-3EE67A7CCDF2}"/>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312904497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Content, Mobile Devic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8" name="Picture 17">
            <a:extLst>
              <a:ext uri="{FF2B5EF4-FFF2-40B4-BE49-F238E27FC236}">
                <a16:creationId xmlns:a16="http://schemas.microsoft.com/office/drawing/2014/main" id="{EE5CE196-0011-754D-A960-9F2D56174A2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446939" y="810770"/>
            <a:ext cx="3039498" cy="5814899"/>
          </a:xfrm>
          <a:prstGeom prst="rect">
            <a:avLst/>
          </a:prstGeom>
        </p:spPr>
      </p:pic>
      <p:sp>
        <p:nvSpPr>
          <p:cNvPr id="19" name="Picture Placeholder 5">
            <a:extLst>
              <a:ext uri="{FF2B5EF4-FFF2-40B4-BE49-F238E27FC236}">
                <a16:creationId xmlns:a16="http://schemas.microsoft.com/office/drawing/2014/main" id="{EA610CFB-B07B-E44C-9AFB-50C7783E6ADF}"/>
              </a:ext>
            </a:extLst>
          </p:cNvPr>
          <p:cNvSpPr>
            <a:spLocks noGrp="1"/>
          </p:cNvSpPr>
          <p:nvPr>
            <p:ph type="pic" sz="quarter" idx="44"/>
          </p:nvPr>
        </p:nvSpPr>
        <p:spPr>
          <a:xfrm>
            <a:off x="9892404" y="1243128"/>
            <a:ext cx="1224609" cy="485388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1222497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0 h 5343150"/>
              <a:gd name="connsiteX1" fmla="*/ 1222497 w 2504250"/>
              <a:gd name="connsiteY1" fmla="*/ 180859 h 5343150"/>
              <a:gd name="connsiteX2" fmla="*/ 1797081 w 2504250"/>
              <a:gd name="connsiteY2" fmla="*/ 186877 h 5343150"/>
              <a:gd name="connsiteX3" fmla="*/ 1924342 w 2504250"/>
              <a:gd name="connsiteY3" fmla="*/ 11525 h 5343150"/>
              <a:gd name="connsiteX4" fmla="*/ 2139267 w 2504250"/>
              <a:gd name="connsiteY4" fmla="*/ 12153 h 5343150"/>
              <a:gd name="connsiteX5" fmla="*/ 2504250 w 2504250"/>
              <a:gd name="connsiteY5" fmla="*/ 328524 h 5343150"/>
              <a:gd name="connsiteX6" fmla="*/ 2467790 w 2504250"/>
              <a:gd name="connsiteY6" fmla="*/ 5029415 h 5343150"/>
              <a:gd name="connsiteX7" fmla="*/ 2196871 w 2504250"/>
              <a:gd name="connsiteY7" fmla="*/ 5336792 h 5343150"/>
              <a:gd name="connsiteX8" fmla="*/ 307378 w 2504250"/>
              <a:gd name="connsiteY8" fmla="*/ 5342868 h 5343150"/>
              <a:gd name="connsiteX9" fmla="*/ 0 w 2504250"/>
              <a:gd name="connsiteY9" fmla="*/ 5005110 h 5343150"/>
              <a:gd name="connsiteX10" fmla="*/ 42536 w 2504250"/>
              <a:gd name="connsiteY10" fmla="*/ 334600 h 5343150"/>
              <a:gd name="connsiteX11" fmla="*/ 377136 w 2504250"/>
              <a:gd name="connsiteY11" fmla="*/ 0 h 5343150"/>
              <a:gd name="connsiteX0" fmla="*/ 42536 w 2504250"/>
              <a:gd name="connsiteY0" fmla="*/ 395493 h 5404043"/>
              <a:gd name="connsiteX1" fmla="*/ 1222497 w 2504250"/>
              <a:gd name="connsiteY1" fmla="*/ 241752 h 5404043"/>
              <a:gd name="connsiteX2" fmla="*/ 1797081 w 2504250"/>
              <a:gd name="connsiteY2" fmla="*/ 247770 h 5404043"/>
              <a:gd name="connsiteX3" fmla="*/ 1924342 w 2504250"/>
              <a:gd name="connsiteY3" fmla="*/ 72418 h 5404043"/>
              <a:gd name="connsiteX4" fmla="*/ 2139267 w 2504250"/>
              <a:gd name="connsiteY4" fmla="*/ 73046 h 5404043"/>
              <a:gd name="connsiteX5" fmla="*/ 2504250 w 2504250"/>
              <a:gd name="connsiteY5" fmla="*/ 389417 h 5404043"/>
              <a:gd name="connsiteX6" fmla="*/ 2467790 w 2504250"/>
              <a:gd name="connsiteY6" fmla="*/ 5090308 h 5404043"/>
              <a:gd name="connsiteX7" fmla="*/ 2196871 w 2504250"/>
              <a:gd name="connsiteY7" fmla="*/ 5397685 h 5404043"/>
              <a:gd name="connsiteX8" fmla="*/ 307378 w 2504250"/>
              <a:gd name="connsiteY8" fmla="*/ 5403761 h 5404043"/>
              <a:gd name="connsiteX9" fmla="*/ 0 w 2504250"/>
              <a:gd name="connsiteY9" fmla="*/ 5066003 h 5404043"/>
              <a:gd name="connsiteX10" fmla="*/ 42536 w 2504250"/>
              <a:gd name="connsiteY10" fmla="*/ 395493 h 5404043"/>
              <a:gd name="connsiteX0" fmla="*/ 0 w 2504250"/>
              <a:gd name="connsiteY0" fmla="*/ 4996017 h 5334057"/>
              <a:gd name="connsiteX1" fmla="*/ 1222497 w 2504250"/>
              <a:gd name="connsiteY1" fmla="*/ 171766 h 5334057"/>
              <a:gd name="connsiteX2" fmla="*/ 1797081 w 2504250"/>
              <a:gd name="connsiteY2" fmla="*/ 177784 h 5334057"/>
              <a:gd name="connsiteX3" fmla="*/ 1924342 w 2504250"/>
              <a:gd name="connsiteY3" fmla="*/ 2432 h 5334057"/>
              <a:gd name="connsiteX4" fmla="*/ 2139267 w 2504250"/>
              <a:gd name="connsiteY4" fmla="*/ 3060 h 5334057"/>
              <a:gd name="connsiteX5" fmla="*/ 2504250 w 2504250"/>
              <a:gd name="connsiteY5" fmla="*/ 319431 h 5334057"/>
              <a:gd name="connsiteX6" fmla="*/ 2467790 w 2504250"/>
              <a:gd name="connsiteY6" fmla="*/ 5020322 h 5334057"/>
              <a:gd name="connsiteX7" fmla="*/ 2196871 w 2504250"/>
              <a:gd name="connsiteY7" fmla="*/ 5327699 h 5334057"/>
              <a:gd name="connsiteX8" fmla="*/ 307378 w 2504250"/>
              <a:gd name="connsiteY8" fmla="*/ 5333775 h 5334057"/>
              <a:gd name="connsiteX9" fmla="*/ 0 w 2504250"/>
              <a:gd name="connsiteY9" fmla="*/ 4996017 h 5334057"/>
              <a:gd name="connsiteX0" fmla="*/ 20907 w 2217779"/>
              <a:gd name="connsiteY0" fmla="*/ 5333775 h 5333776"/>
              <a:gd name="connsiteX1" fmla="*/ 936026 w 2217779"/>
              <a:gd name="connsiteY1" fmla="*/ 171766 h 5333776"/>
              <a:gd name="connsiteX2" fmla="*/ 1510610 w 2217779"/>
              <a:gd name="connsiteY2" fmla="*/ 177784 h 5333776"/>
              <a:gd name="connsiteX3" fmla="*/ 1637871 w 2217779"/>
              <a:gd name="connsiteY3" fmla="*/ 2432 h 5333776"/>
              <a:gd name="connsiteX4" fmla="*/ 1852796 w 2217779"/>
              <a:gd name="connsiteY4" fmla="*/ 3060 h 5333776"/>
              <a:gd name="connsiteX5" fmla="*/ 2217779 w 2217779"/>
              <a:gd name="connsiteY5" fmla="*/ 319431 h 5333776"/>
              <a:gd name="connsiteX6" fmla="*/ 2181319 w 2217779"/>
              <a:gd name="connsiteY6" fmla="*/ 5020322 h 5333776"/>
              <a:gd name="connsiteX7" fmla="*/ 1910400 w 2217779"/>
              <a:gd name="connsiteY7" fmla="*/ 5327699 h 5333776"/>
              <a:gd name="connsiteX8" fmla="*/ 20907 w 2217779"/>
              <a:gd name="connsiteY8" fmla="*/ 5333775 h 5333776"/>
              <a:gd name="connsiteX0" fmla="*/ 126421 w 1463629"/>
              <a:gd name="connsiteY0" fmla="*/ 5311919 h 5327699"/>
              <a:gd name="connsiteX1" fmla="*/ 181876 w 1463629"/>
              <a:gd name="connsiteY1" fmla="*/ 171766 h 5327699"/>
              <a:gd name="connsiteX2" fmla="*/ 756460 w 1463629"/>
              <a:gd name="connsiteY2" fmla="*/ 177784 h 5327699"/>
              <a:gd name="connsiteX3" fmla="*/ 883721 w 1463629"/>
              <a:gd name="connsiteY3" fmla="*/ 2432 h 5327699"/>
              <a:gd name="connsiteX4" fmla="*/ 1098646 w 1463629"/>
              <a:gd name="connsiteY4" fmla="*/ 3060 h 5327699"/>
              <a:gd name="connsiteX5" fmla="*/ 1463629 w 1463629"/>
              <a:gd name="connsiteY5" fmla="*/ 319431 h 5327699"/>
              <a:gd name="connsiteX6" fmla="*/ 1427169 w 1463629"/>
              <a:gd name="connsiteY6" fmla="*/ 5020322 h 5327699"/>
              <a:gd name="connsiteX7" fmla="*/ 1156250 w 1463629"/>
              <a:gd name="connsiteY7" fmla="*/ 5327699 h 5327699"/>
              <a:gd name="connsiteX8" fmla="*/ 126421 w 1463629"/>
              <a:gd name="connsiteY8" fmla="*/ 5311919 h 5327699"/>
              <a:gd name="connsiteX0" fmla="*/ 45351 w 1382559"/>
              <a:gd name="connsiteY0" fmla="*/ 5311919 h 5327699"/>
              <a:gd name="connsiteX1" fmla="*/ 100806 w 1382559"/>
              <a:gd name="connsiteY1" fmla="*/ 171766 h 5327699"/>
              <a:gd name="connsiteX2" fmla="*/ 675390 w 1382559"/>
              <a:gd name="connsiteY2" fmla="*/ 177784 h 5327699"/>
              <a:gd name="connsiteX3" fmla="*/ 802651 w 1382559"/>
              <a:gd name="connsiteY3" fmla="*/ 2432 h 5327699"/>
              <a:gd name="connsiteX4" fmla="*/ 1017576 w 1382559"/>
              <a:gd name="connsiteY4" fmla="*/ 3060 h 5327699"/>
              <a:gd name="connsiteX5" fmla="*/ 1382559 w 1382559"/>
              <a:gd name="connsiteY5" fmla="*/ 319431 h 5327699"/>
              <a:gd name="connsiteX6" fmla="*/ 1346099 w 1382559"/>
              <a:gd name="connsiteY6" fmla="*/ 5020322 h 5327699"/>
              <a:gd name="connsiteX7" fmla="*/ 1075180 w 1382559"/>
              <a:gd name="connsiteY7" fmla="*/ 5327699 h 5327699"/>
              <a:gd name="connsiteX8" fmla="*/ 45351 w 1382559"/>
              <a:gd name="connsiteY8" fmla="*/ 5311919 h 5327699"/>
              <a:gd name="connsiteX0" fmla="*/ 0 w 1337208"/>
              <a:gd name="connsiteY0" fmla="*/ 5311919 h 5327699"/>
              <a:gd name="connsiteX1" fmla="*/ 55455 w 1337208"/>
              <a:gd name="connsiteY1" fmla="*/ 171766 h 5327699"/>
              <a:gd name="connsiteX2" fmla="*/ 630039 w 1337208"/>
              <a:gd name="connsiteY2" fmla="*/ 177784 h 5327699"/>
              <a:gd name="connsiteX3" fmla="*/ 757300 w 1337208"/>
              <a:gd name="connsiteY3" fmla="*/ 2432 h 5327699"/>
              <a:gd name="connsiteX4" fmla="*/ 972225 w 1337208"/>
              <a:gd name="connsiteY4" fmla="*/ 3060 h 5327699"/>
              <a:gd name="connsiteX5" fmla="*/ 1337208 w 1337208"/>
              <a:gd name="connsiteY5" fmla="*/ 319431 h 5327699"/>
              <a:gd name="connsiteX6" fmla="*/ 1300748 w 1337208"/>
              <a:gd name="connsiteY6" fmla="*/ 5020322 h 5327699"/>
              <a:gd name="connsiteX7" fmla="*/ 1029829 w 1337208"/>
              <a:gd name="connsiteY7" fmla="*/ 5327699 h 5327699"/>
              <a:gd name="connsiteX8" fmla="*/ 0 w 1337208"/>
              <a:gd name="connsiteY8" fmla="*/ 5311919 h 5327699"/>
              <a:gd name="connsiteX0" fmla="*/ 62073 w 1399281"/>
              <a:gd name="connsiteY0" fmla="*/ 5311919 h 5327699"/>
              <a:gd name="connsiteX1" fmla="*/ 116007 w 1399281"/>
              <a:gd name="connsiteY1" fmla="*/ 1356991 h 5327699"/>
              <a:gd name="connsiteX2" fmla="*/ 117528 w 1399281"/>
              <a:gd name="connsiteY2" fmla="*/ 171766 h 5327699"/>
              <a:gd name="connsiteX3" fmla="*/ 692112 w 1399281"/>
              <a:gd name="connsiteY3" fmla="*/ 177784 h 5327699"/>
              <a:gd name="connsiteX4" fmla="*/ 819373 w 1399281"/>
              <a:gd name="connsiteY4" fmla="*/ 2432 h 5327699"/>
              <a:gd name="connsiteX5" fmla="*/ 1034298 w 1399281"/>
              <a:gd name="connsiteY5" fmla="*/ 3060 h 5327699"/>
              <a:gd name="connsiteX6" fmla="*/ 1399281 w 1399281"/>
              <a:gd name="connsiteY6" fmla="*/ 319431 h 5327699"/>
              <a:gd name="connsiteX7" fmla="*/ 1362821 w 1399281"/>
              <a:gd name="connsiteY7" fmla="*/ 5020322 h 5327699"/>
              <a:gd name="connsiteX8" fmla="*/ 1091902 w 1399281"/>
              <a:gd name="connsiteY8" fmla="*/ 5327699 h 5327699"/>
              <a:gd name="connsiteX9" fmla="*/ 62073 w 1399281"/>
              <a:gd name="connsiteY9" fmla="*/ 5311919 h 5327699"/>
              <a:gd name="connsiteX0" fmla="*/ 73375 w 1410583"/>
              <a:gd name="connsiteY0" fmla="*/ 5311919 h 5327699"/>
              <a:gd name="connsiteX1" fmla="*/ 88259 w 1410583"/>
              <a:gd name="connsiteY1" fmla="*/ 2319596 h 5327699"/>
              <a:gd name="connsiteX2" fmla="*/ 127309 w 1410583"/>
              <a:gd name="connsiteY2" fmla="*/ 1356991 h 5327699"/>
              <a:gd name="connsiteX3" fmla="*/ 128830 w 1410583"/>
              <a:gd name="connsiteY3" fmla="*/ 171766 h 5327699"/>
              <a:gd name="connsiteX4" fmla="*/ 703414 w 1410583"/>
              <a:gd name="connsiteY4" fmla="*/ 177784 h 5327699"/>
              <a:gd name="connsiteX5" fmla="*/ 830675 w 1410583"/>
              <a:gd name="connsiteY5" fmla="*/ 2432 h 5327699"/>
              <a:gd name="connsiteX6" fmla="*/ 1045600 w 1410583"/>
              <a:gd name="connsiteY6" fmla="*/ 3060 h 5327699"/>
              <a:gd name="connsiteX7" fmla="*/ 1410583 w 1410583"/>
              <a:gd name="connsiteY7" fmla="*/ 319431 h 5327699"/>
              <a:gd name="connsiteX8" fmla="*/ 1374123 w 1410583"/>
              <a:gd name="connsiteY8" fmla="*/ 5020322 h 5327699"/>
              <a:gd name="connsiteX9" fmla="*/ 1103204 w 1410583"/>
              <a:gd name="connsiteY9" fmla="*/ 5327699 h 5327699"/>
              <a:gd name="connsiteX10" fmla="*/ 73375 w 1410583"/>
              <a:gd name="connsiteY10" fmla="*/ 5311919 h 5327699"/>
              <a:gd name="connsiteX0" fmla="*/ 49199 w 1386407"/>
              <a:gd name="connsiteY0" fmla="*/ 5311919 h 5327699"/>
              <a:gd name="connsiteX1" fmla="*/ 209636 w 1386407"/>
              <a:gd name="connsiteY1" fmla="*/ 2319596 h 5327699"/>
              <a:gd name="connsiteX2" fmla="*/ 103133 w 1386407"/>
              <a:gd name="connsiteY2" fmla="*/ 1356991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92483 w 1386407"/>
              <a:gd name="connsiteY2" fmla="*/ 768732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138634 w 1386407"/>
              <a:gd name="connsiteY2" fmla="*/ 1314208 h 5327699"/>
              <a:gd name="connsiteX3" fmla="*/ 92483 w 1386407"/>
              <a:gd name="connsiteY3" fmla="*/ 768732 h 5327699"/>
              <a:gd name="connsiteX4" fmla="*/ 104654 w 1386407"/>
              <a:gd name="connsiteY4" fmla="*/ 171766 h 5327699"/>
              <a:gd name="connsiteX5" fmla="*/ 679238 w 1386407"/>
              <a:gd name="connsiteY5" fmla="*/ 177784 h 5327699"/>
              <a:gd name="connsiteX6" fmla="*/ 806499 w 1386407"/>
              <a:gd name="connsiteY6" fmla="*/ 2432 h 5327699"/>
              <a:gd name="connsiteX7" fmla="*/ 1021424 w 1386407"/>
              <a:gd name="connsiteY7" fmla="*/ 3060 h 5327699"/>
              <a:gd name="connsiteX8" fmla="*/ 1386407 w 1386407"/>
              <a:gd name="connsiteY8" fmla="*/ 319431 h 5327699"/>
              <a:gd name="connsiteX9" fmla="*/ 1349947 w 1386407"/>
              <a:gd name="connsiteY9" fmla="*/ 5020322 h 5327699"/>
              <a:gd name="connsiteX10" fmla="*/ 1079028 w 1386407"/>
              <a:gd name="connsiteY10" fmla="*/ 5327699 h 5327699"/>
              <a:gd name="connsiteX11" fmla="*/ 49199 w 1386407"/>
              <a:gd name="connsiteY11" fmla="*/ 5311919 h 5327699"/>
              <a:gd name="connsiteX0" fmla="*/ 49199 w 1386407"/>
              <a:gd name="connsiteY0" fmla="*/ 5311919 h 5327699"/>
              <a:gd name="connsiteX1" fmla="*/ 209636 w 1386407"/>
              <a:gd name="connsiteY1" fmla="*/ 2319596 h 5327699"/>
              <a:gd name="connsiteX2" fmla="*/ 195436 w 1386407"/>
              <a:gd name="connsiteY2" fmla="*/ 1770555 h 5327699"/>
              <a:gd name="connsiteX3" fmla="*/ 138634 w 1386407"/>
              <a:gd name="connsiteY3" fmla="*/ 1314208 h 5327699"/>
              <a:gd name="connsiteX4" fmla="*/ 92483 w 1386407"/>
              <a:gd name="connsiteY4" fmla="*/ 768732 h 5327699"/>
              <a:gd name="connsiteX5" fmla="*/ 104654 w 1386407"/>
              <a:gd name="connsiteY5" fmla="*/ 171766 h 5327699"/>
              <a:gd name="connsiteX6" fmla="*/ 679238 w 1386407"/>
              <a:gd name="connsiteY6" fmla="*/ 177784 h 5327699"/>
              <a:gd name="connsiteX7" fmla="*/ 806499 w 1386407"/>
              <a:gd name="connsiteY7" fmla="*/ 2432 h 5327699"/>
              <a:gd name="connsiteX8" fmla="*/ 1021424 w 1386407"/>
              <a:gd name="connsiteY8" fmla="*/ 3060 h 5327699"/>
              <a:gd name="connsiteX9" fmla="*/ 1386407 w 1386407"/>
              <a:gd name="connsiteY9" fmla="*/ 319431 h 5327699"/>
              <a:gd name="connsiteX10" fmla="*/ 1349947 w 1386407"/>
              <a:gd name="connsiteY10" fmla="*/ 5020322 h 5327699"/>
              <a:gd name="connsiteX11" fmla="*/ 1079028 w 1386407"/>
              <a:gd name="connsiteY11" fmla="*/ 5327699 h 5327699"/>
              <a:gd name="connsiteX12" fmla="*/ 49199 w 1386407"/>
              <a:gd name="connsiteY12"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8634 w 1386407"/>
              <a:gd name="connsiteY4" fmla="*/ 1314208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24433 w 1386407"/>
              <a:gd name="connsiteY4" fmla="*/ 80081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64187 w 1401395"/>
              <a:gd name="connsiteY0" fmla="*/ 5311919 h 5327699"/>
              <a:gd name="connsiteX1" fmla="*/ 121671 w 1401395"/>
              <a:gd name="connsiteY1" fmla="*/ 1524556 h 5327699"/>
              <a:gd name="connsiteX2" fmla="*/ 150072 w 1401395"/>
              <a:gd name="connsiteY2" fmla="*/ 1406903 h 5327699"/>
              <a:gd name="connsiteX3" fmla="*/ 135871 w 1401395"/>
              <a:gd name="connsiteY3" fmla="*/ 975514 h 5327699"/>
              <a:gd name="connsiteX4" fmla="*/ 125219 w 1401395"/>
              <a:gd name="connsiteY4" fmla="*/ 786558 h 5327699"/>
              <a:gd name="connsiteX5" fmla="*/ 111020 w 1401395"/>
              <a:gd name="connsiteY5" fmla="*/ 668905 h 5327699"/>
              <a:gd name="connsiteX6" fmla="*/ 119642 w 1401395"/>
              <a:gd name="connsiteY6" fmla="*/ 171766 h 5327699"/>
              <a:gd name="connsiteX7" fmla="*/ 694226 w 1401395"/>
              <a:gd name="connsiteY7" fmla="*/ 177784 h 5327699"/>
              <a:gd name="connsiteX8" fmla="*/ 821487 w 1401395"/>
              <a:gd name="connsiteY8" fmla="*/ 2432 h 5327699"/>
              <a:gd name="connsiteX9" fmla="*/ 1036412 w 1401395"/>
              <a:gd name="connsiteY9" fmla="*/ 3060 h 5327699"/>
              <a:gd name="connsiteX10" fmla="*/ 1401395 w 1401395"/>
              <a:gd name="connsiteY10" fmla="*/ 319431 h 5327699"/>
              <a:gd name="connsiteX11" fmla="*/ 1364935 w 1401395"/>
              <a:gd name="connsiteY11" fmla="*/ 5020322 h 5327699"/>
              <a:gd name="connsiteX12" fmla="*/ 1094016 w 1401395"/>
              <a:gd name="connsiteY12" fmla="*/ 5327699 h 5327699"/>
              <a:gd name="connsiteX13" fmla="*/ 64187 w 1401395"/>
              <a:gd name="connsiteY13" fmla="*/ 5311919 h 5327699"/>
              <a:gd name="connsiteX0" fmla="*/ 64188 w 1401396"/>
              <a:gd name="connsiteY0" fmla="*/ 5311919 h 5327699"/>
              <a:gd name="connsiteX1" fmla="*/ 121672 w 1401396"/>
              <a:gd name="connsiteY1" fmla="*/ 1524556 h 5327699"/>
              <a:gd name="connsiteX2" fmla="*/ 150073 w 1401396"/>
              <a:gd name="connsiteY2" fmla="*/ 1406903 h 5327699"/>
              <a:gd name="connsiteX3" fmla="*/ 135872 w 1401396"/>
              <a:gd name="connsiteY3" fmla="*/ 975514 h 5327699"/>
              <a:gd name="connsiteX4" fmla="*/ 125220 w 1401396"/>
              <a:gd name="connsiteY4" fmla="*/ 786558 h 5327699"/>
              <a:gd name="connsiteX5" fmla="*/ 111021 w 1401396"/>
              <a:gd name="connsiteY5" fmla="*/ 668905 h 5327699"/>
              <a:gd name="connsiteX6" fmla="*/ 119643 w 1401396"/>
              <a:gd name="connsiteY6" fmla="*/ 171766 h 5327699"/>
              <a:gd name="connsiteX7" fmla="*/ 694227 w 1401396"/>
              <a:gd name="connsiteY7" fmla="*/ 177784 h 5327699"/>
              <a:gd name="connsiteX8" fmla="*/ 821488 w 1401396"/>
              <a:gd name="connsiteY8" fmla="*/ 2432 h 5327699"/>
              <a:gd name="connsiteX9" fmla="*/ 1036413 w 1401396"/>
              <a:gd name="connsiteY9" fmla="*/ 3060 h 5327699"/>
              <a:gd name="connsiteX10" fmla="*/ 1401396 w 1401396"/>
              <a:gd name="connsiteY10" fmla="*/ 319431 h 5327699"/>
              <a:gd name="connsiteX11" fmla="*/ 1364936 w 1401396"/>
              <a:gd name="connsiteY11" fmla="*/ 5020322 h 5327699"/>
              <a:gd name="connsiteX12" fmla="*/ 1094017 w 1401396"/>
              <a:gd name="connsiteY12" fmla="*/ 5327699 h 5327699"/>
              <a:gd name="connsiteX13" fmla="*/ 64188 w 1401396"/>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2656 w 1399864"/>
              <a:gd name="connsiteY0" fmla="*/ 5311919 h 5327699"/>
              <a:gd name="connsiteX1" fmla="*/ 109490 w 1399864"/>
              <a:gd name="connsiteY1" fmla="*/ 1531686 h 5327699"/>
              <a:gd name="connsiteX2" fmla="*/ 148541 w 1399864"/>
              <a:gd name="connsiteY2" fmla="*/ 1406903 h 5327699"/>
              <a:gd name="connsiteX3" fmla="*/ 134340 w 1399864"/>
              <a:gd name="connsiteY3" fmla="*/ 975514 h 5327699"/>
              <a:gd name="connsiteX4" fmla="*/ 123688 w 1399864"/>
              <a:gd name="connsiteY4" fmla="*/ 786558 h 5327699"/>
              <a:gd name="connsiteX5" fmla="*/ 109489 w 1399864"/>
              <a:gd name="connsiteY5" fmla="*/ 668905 h 5327699"/>
              <a:gd name="connsiteX6" fmla="*/ 118111 w 1399864"/>
              <a:gd name="connsiteY6" fmla="*/ 171766 h 5327699"/>
              <a:gd name="connsiteX7" fmla="*/ 692695 w 1399864"/>
              <a:gd name="connsiteY7" fmla="*/ 177784 h 5327699"/>
              <a:gd name="connsiteX8" fmla="*/ 819956 w 1399864"/>
              <a:gd name="connsiteY8" fmla="*/ 2432 h 5327699"/>
              <a:gd name="connsiteX9" fmla="*/ 1034881 w 1399864"/>
              <a:gd name="connsiteY9" fmla="*/ 3060 h 5327699"/>
              <a:gd name="connsiteX10" fmla="*/ 1399864 w 1399864"/>
              <a:gd name="connsiteY10" fmla="*/ 319431 h 5327699"/>
              <a:gd name="connsiteX11" fmla="*/ 1363404 w 1399864"/>
              <a:gd name="connsiteY11" fmla="*/ 5020322 h 5327699"/>
              <a:gd name="connsiteX12" fmla="*/ 1092485 w 1399864"/>
              <a:gd name="connsiteY12" fmla="*/ 5327699 h 5327699"/>
              <a:gd name="connsiteX13" fmla="*/ 62656 w 1399864"/>
              <a:gd name="connsiteY13" fmla="*/ 5311919 h 5327699"/>
              <a:gd name="connsiteX0" fmla="*/ 62015 w 1402774"/>
              <a:gd name="connsiteY0" fmla="*/ 5336875 h 5336875"/>
              <a:gd name="connsiteX1" fmla="*/ 112400 w 1402774"/>
              <a:gd name="connsiteY1" fmla="*/ 1531686 h 5336875"/>
              <a:gd name="connsiteX2" fmla="*/ 151451 w 1402774"/>
              <a:gd name="connsiteY2" fmla="*/ 1406903 h 5336875"/>
              <a:gd name="connsiteX3" fmla="*/ 137250 w 1402774"/>
              <a:gd name="connsiteY3" fmla="*/ 975514 h 5336875"/>
              <a:gd name="connsiteX4" fmla="*/ 126598 w 1402774"/>
              <a:gd name="connsiteY4" fmla="*/ 786558 h 5336875"/>
              <a:gd name="connsiteX5" fmla="*/ 112399 w 1402774"/>
              <a:gd name="connsiteY5" fmla="*/ 668905 h 5336875"/>
              <a:gd name="connsiteX6" fmla="*/ 121021 w 1402774"/>
              <a:gd name="connsiteY6" fmla="*/ 171766 h 5336875"/>
              <a:gd name="connsiteX7" fmla="*/ 695605 w 1402774"/>
              <a:gd name="connsiteY7" fmla="*/ 177784 h 5336875"/>
              <a:gd name="connsiteX8" fmla="*/ 822866 w 1402774"/>
              <a:gd name="connsiteY8" fmla="*/ 2432 h 5336875"/>
              <a:gd name="connsiteX9" fmla="*/ 1037791 w 1402774"/>
              <a:gd name="connsiteY9" fmla="*/ 3060 h 5336875"/>
              <a:gd name="connsiteX10" fmla="*/ 1402774 w 1402774"/>
              <a:gd name="connsiteY10" fmla="*/ 319431 h 5336875"/>
              <a:gd name="connsiteX11" fmla="*/ 1366314 w 1402774"/>
              <a:gd name="connsiteY11" fmla="*/ 5020322 h 5336875"/>
              <a:gd name="connsiteX12" fmla="*/ 1095395 w 1402774"/>
              <a:gd name="connsiteY12" fmla="*/ 5327699 h 5336875"/>
              <a:gd name="connsiteX13" fmla="*/ 62015 w 1402774"/>
              <a:gd name="connsiteY13" fmla="*/ 5336875 h 5336875"/>
              <a:gd name="connsiteX0" fmla="*/ 0 w 1340759"/>
              <a:gd name="connsiteY0" fmla="*/ 5336875 h 5336875"/>
              <a:gd name="connsiteX1" fmla="*/ 50385 w 1340759"/>
              <a:gd name="connsiteY1" fmla="*/ 1531686 h 5336875"/>
              <a:gd name="connsiteX2" fmla="*/ 89436 w 1340759"/>
              <a:gd name="connsiteY2" fmla="*/ 1406903 h 5336875"/>
              <a:gd name="connsiteX3" fmla="*/ 75235 w 1340759"/>
              <a:gd name="connsiteY3" fmla="*/ 975514 h 5336875"/>
              <a:gd name="connsiteX4" fmla="*/ 64583 w 1340759"/>
              <a:gd name="connsiteY4" fmla="*/ 786558 h 5336875"/>
              <a:gd name="connsiteX5" fmla="*/ 50384 w 1340759"/>
              <a:gd name="connsiteY5" fmla="*/ 668905 h 5336875"/>
              <a:gd name="connsiteX6" fmla="*/ 59006 w 1340759"/>
              <a:gd name="connsiteY6" fmla="*/ 171766 h 5336875"/>
              <a:gd name="connsiteX7" fmla="*/ 633590 w 1340759"/>
              <a:gd name="connsiteY7" fmla="*/ 177784 h 5336875"/>
              <a:gd name="connsiteX8" fmla="*/ 760851 w 1340759"/>
              <a:gd name="connsiteY8" fmla="*/ 2432 h 5336875"/>
              <a:gd name="connsiteX9" fmla="*/ 975776 w 1340759"/>
              <a:gd name="connsiteY9" fmla="*/ 3060 h 5336875"/>
              <a:gd name="connsiteX10" fmla="*/ 1340759 w 1340759"/>
              <a:gd name="connsiteY10" fmla="*/ 319431 h 5336875"/>
              <a:gd name="connsiteX11" fmla="*/ 1304299 w 1340759"/>
              <a:gd name="connsiteY11" fmla="*/ 5020322 h 5336875"/>
              <a:gd name="connsiteX12" fmla="*/ 1033380 w 1340759"/>
              <a:gd name="connsiteY12" fmla="*/ 5327699 h 5336875"/>
              <a:gd name="connsiteX13" fmla="*/ 0 w 1340759"/>
              <a:gd name="connsiteY13" fmla="*/ 5336875 h 5336875"/>
              <a:gd name="connsiteX0" fmla="*/ 66056 w 1406815"/>
              <a:gd name="connsiteY0" fmla="*/ 5336875 h 5350121"/>
              <a:gd name="connsiteX1" fmla="*/ 105792 w 1406815"/>
              <a:gd name="connsiteY1" fmla="*/ 4932891 h 5350121"/>
              <a:gd name="connsiteX2" fmla="*/ 116441 w 1406815"/>
              <a:gd name="connsiteY2" fmla="*/ 1531686 h 5350121"/>
              <a:gd name="connsiteX3" fmla="*/ 155492 w 1406815"/>
              <a:gd name="connsiteY3" fmla="*/ 1406903 h 5350121"/>
              <a:gd name="connsiteX4" fmla="*/ 141291 w 1406815"/>
              <a:gd name="connsiteY4" fmla="*/ 975514 h 5350121"/>
              <a:gd name="connsiteX5" fmla="*/ 130639 w 1406815"/>
              <a:gd name="connsiteY5" fmla="*/ 786558 h 5350121"/>
              <a:gd name="connsiteX6" fmla="*/ 116440 w 1406815"/>
              <a:gd name="connsiteY6" fmla="*/ 668905 h 5350121"/>
              <a:gd name="connsiteX7" fmla="*/ 125062 w 1406815"/>
              <a:gd name="connsiteY7" fmla="*/ 171766 h 5350121"/>
              <a:gd name="connsiteX8" fmla="*/ 699646 w 1406815"/>
              <a:gd name="connsiteY8" fmla="*/ 177784 h 5350121"/>
              <a:gd name="connsiteX9" fmla="*/ 826907 w 1406815"/>
              <a:gd name="connsiteY9" fmla="*/ 2432 h 5350121"/>
              <a:gd name="connsiteX10" fmla="*/ 1041832 w 1406815"/>
              <a:gd name="connsiteY10" fmla="*/ 3060 h 5350121"/>
              <a:gd name="connsiteX11" fmla="*/ 1406815 w 1406815"/>
              <a:gd name="connsiteY11" fmla="*/ 319431 h 5350121"/>
              <a:gd name="connsiteX12" fmla="*/ 1370355 w 1406815"/>
              <a:gd name="connsiteY12" fmla="*/ 5020322 h 5350121"/>
              <a:gd name="connsiteX13" fmla="*/ 1099436 w 1406815"/>
              <a:gd name="connsiteY13" fmla="*/ 5327699 h 5350121"/>
              <a:gd name="connsiteX14" fmla="*/ 66056 w 1406815"/>
              <a:gd name="connsiteY14" fmla="*/ 5336875 h 5350121"/>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759" h="5336875">
                <a:moveTo>
                  <a:pt x="0" y="5336875"/>
                </a:moveTo>
                <a:cubicBezTo>
                  <a:pt x="47399" y="5278205"/>
                  <a:pt x="38439" y="5003786"/>
                  <a:pt x="39736" y="4932891"/>
                </a:cubicBezTo>
                <a:cubicBezTo>
                  <a:pt x="26833" y="4302259"/>
                  <a:pt x="42102" y="2119351"/>
                  <a:pt x="50385" y="1531686"/>
                </a:cubicBezTo>
                <a:cubicBezTo>
                  <a:pt x="46949" y="1472081"/>
                  <a:pt x="70501" y="1548323"/>
                  <a:pt x="71685" y="1410469"/>
                </a:cubicBezTo>
                <a:cubicBezTo>
                  <a:pt x="69318" y="1372441"/>
                  <a:pt x="68727" y="1081877"/>
                  <a:pt x="64585" y="979080"/>
                </a:cubicBezTo>
                <a:cubicBezTo>
                  <a:pt x="60443" y="876283"/>
                  <a:pt x="85291" y="810921"/>
                  <a:pt x="46832" y="793688"/>
                </a:cubicBezTo>
                <a:cubicBezTo>
                  <a:pt x="47424" y="797848"/>
                  <a:pt x="56047" y="859312"/>
                  <a:pt x="50384" y="668905"/>
                </a:cubicBezTo>
                <a:cubicBezTo>
                  <a:pt x="55371" y="610410"/>
                  <a:pt x="51742" y="222128"/>
                  <a:pt x="59006" y="171766"/>
                </a:cubicBezTo>
                <a:lnTo>
                  <a:pt x="633590" y="177784"/>
                </a:lnTo>
                <a:cubicBezTo>
                  <a:pt x="771358" y="192096"/>
                  <a:pt x="765599" y="28514"/>
                  <a:pt x="760851" y="2432"/>
                </a:cubicBezTo>
                <a:cubicBezTo>
                  <a:pt x="871414" y="482"/>
                  <a:pt x="905403" y="-2175"/>
                  <a:pt x="975776" y="3060"/>
                </a:cubicBezTo>
                <a:cubicBezTo>
                  <a:pt x="1160570" y="3060"/>
                  <a:pt x="1340759" y="134637"/>
                  <a:pt x="1340759" y="319431"/>
                </a:cubicBezTo>
                <a:lnTo>
                  <a:pt x="1304299" y="5020322"/>
                </a:lnTo>
                <a:cubicBezTo>
                  <a:pt x="1311557" y="5225192"/>
                  <a:pt x="1223736" y="5327699"/>
                  <a:pt x="1033380" y="5327699"/>
                </a:cubicBezTo>
                <a:lnTo>
                  <a:pt x="0" y="5336875"/>
                </a:lnTo>
                <a:close/>
              </a:path>
            </a:pathLst>
          </a:custGeom>
          <a:pattFill prst="lgCheck">
            <a:fgClr>
              <a:schemeClr val="bg2"/>
            </a:fgClr>
            <a:bgClr>
              <a:schemeClr val="bg1"/>
            </a:bgClr>
          </a:pattFill>
        </p:spPr>
        <p:txBody>
          <a:bodyPr anchor="ctr"/>
          <a:lstStyle>
            <a:lvl1pPr marL="0" indent="0" algn="r">
              <a:buNone/>
              <a:defRPr b="1" i="0">
                <a:latin typeface="Sofia Pro Black" pitchFamily="2" charset="77"/>
              </a:defRPr>
            </a:lvl1pPr>
          </a:lstStyle>
          <a:p>
            <a:r>
              <a:rPr lang="en-US"/>
              <a:t>Click icon to add picture</a:t>
            </a:r>
          </a:p>
        </p:txBody>
      </p:sp>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10" name="Picture 9">
            <a:extLst>
              <a:ext uri="{FF2B5EF4-FFF2-40B4-BE49-F238E27FC236}">
                <a16:creationId xmlns:a16="http://schemas.microsoft.com/office/drawing/2014/main" id="{8E178240-E1BC-CD49-A392-508444E9B47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784320" y="243748"/>
            <a:ext cx="3463490" cy="6626044"/>
          </a:xfrm>
          <a:prstGeom prst="rect">
            <a:avLst/>
          </a:prstGeom>
        </p:spPr>
      </p:pic>
      <p:sp>
        <p:nvSpPr>
          <p:cNvPr id="13" name="Picture Placeholder 5">
            <a:extLst>
              <a:ext uri="{FF2B5EF4-FFF2-40B4-BE49-F238E27FC236}">
                <a16:creationId xmlns:a16="http://schemas.microsoft.com/office/drawing/2014/main" id="{F446447F-1710-8A4F-8DF9-201178D75F04}"/>
              </a:ext>
            </a:extLst>
          </p:cNvPr>
          <p:cNvSpPr>
            <a:spLocks noGrp="1"/>
          </p:cNvSpPr>
          <p:nvPr>
            <p:ph type="pic" sz="quarter" idx="12"/>
          </p:nvPr>
        </p:nvSpPr>
        <p:spPr>
          <a:xfrm>
            <a:off x="7200891" y="743873"/>
            <a:ext cx="2608368" cy="5544818"/>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22" name="Slide Number Placeholder 6">
            <a:extLst>
              <a:ext uri="{FF2B5EF4-FFF2-40B4-BE49-F238E27FC236}">
                <a16:creationId xmlns:a16="http://schemas.microsoft.com/office/drawing/2014/main" id="{CAEFB2CA-1C24-9742-AFD0-07582D95EECF}"/>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23" name="Date Placeholder 2">
            <a:extLst>
              <a:ext uri="{FF2B5EF4-FFF2-40B4-BE49-F238E27FC236}">
                <a16:creationId xmlns:a16="http://schemas.microsoft.com/office/drawing/2014/main" id="{9DFECE92-428B-8743-B2CA-E1E626D62F34}"/>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4" name="Footer Placeholder 3">
            <a:extLst>
              <a:ext uri="{FF2B5EF4-FFF2-40B4-BE49-F238E27FC236}">
                <a16:creationId xmlns:a16="http://schemas.microsoft.com/office/drawing/2014/main" id="{B305DE4B-DE66-0440-BCBE-CBAACA1BC23B}"/>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
        <p:nvSpPr>
          <p:cNvPr id="30" name="Content Placeholder 2">
            <a:extLst>
              <a:ext uri="{FF2B5EF4-FFF2-40B4-BE49-F238E27FC236}">
                <a16:creationId xmlns:a16="http://schemas.microsoft.com/office/drawing/2014/main" id="{3F443682-D51B-2345-8CE1-052BE31061D1}"/>
              </a:ext>
            </a:extLst>
          </p:cNvPr>
          <p:cNvSpPr>
            <a:spLocks noGrp="1"/>
          </p:cNvSpPr>
          <p:nvPr>
            <p:ph idx="1"/>
          </p:nvPr>
        </p:nvSpPr>
        <p:spPr>
          <a:xfrm>
            <a:off x="837813" y="2002115"/>
            <a:ext cx="5920796"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2">
            <a:extLst>
              <a:ext uri="{FF2B5EF4-FFF2-40B4-BE49-F238E27FC236}">
                <a16:creationId xmlns:a16="http://schemas.microsoft.com/office/drawing/2014/main" id="{55CF4F74-D0FB-B442-B1DA-C38FB1F9C1C2}"/>
              </a:ext>
            </a:extLst>
          </p:cNvPr>
          <p:cNvSpPr>
            <a:spLocks noGrp="1"/>
          </p:cNvSpPr>
          <p:nvPr>
            <p:ph type="body" idx="43"/>
          </p:nvPr>
        </p:nvSpPr>
        <p:spPr>
          <a:xfrm>
            <a:off x="837814" y="1647781"/>
            <a:ext cx="5897897"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Title 1">
            <a:extLst>
              <a:ext uri="{FF2B5EF4-FFF2-40B4-BE49-F238E27FC236}">
                <a16:creationId xmlns:a16="http://schemas.microsoft.com/office/drawing/2014/main" id="{69985DBA-6F5F-E740-9821-1E67FFDC41F1}"/>
              </a:ext>
            </a:extLst>
          </p:cNvPr>
          <p:cNvSpPr>
            <a:spLocks noGrp="1"/>
          </p:cNvSpPr>
          <p:nvPr>
            <p:ph type="title"/>
          </p:nvPr>
        </p:nvSpPr>
        <p:spPr>
          <a:xfrm>
            <a:off x="837811" y="406411"/>
            <a:ext cx="5920796"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268638823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73201" y="252656"/>
            <a:ext cx="9308228" cy="8002344"/>
          </a:xfrm>
          <a:prstGeom prst="rect">
            <a:avLst/>
          </a:prstGeom>
        </p:spPr>
      </p:pic>
      <p:sp>
        <p:nvSpPr>
          <p:cNvPr id="5" name="Picture Placeholder 4"/>
          <p:cNvSpPr>
            <a:spLocks noGrp="1"/>
          </p:cNvSpPr>
          <p:nvPr>
            <p:ph type="pic" sz="quarter" idx="10"/>
          </p:nvPr>
        </p:nvSpPr>
        <p:spPr>
          <a:xfrm>
            <a:off x="2219325" y="941388"/>
            <a:ext cx="7799388" cy="4410075"/>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8" name="Pictur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1333813175"/>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Mobile Devic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pic>
        <p:nvPicPr>
          <p:cNvPr id="23" name="Picture 22"/>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761323" y="288159"/>
            <a:ext cx="3325238" cy="6361552"/>
          </a:xfrm>
          <a:prstGeom prst="rect">
            <a:avLst/>
          </a:prstGeom>
        </p:spPr>
      </p:pic>
      <p:sp>
        <p:nvSpPr>
          <p:cNvPr id="24" name="Picture Placeholder 5"/>
          <p:cNvSpPr>
            <a:spLocks noGrp="1"/>
          </p:cNvSpPr>
          <p:nvPr>
            <p:ph type="pic" sz="quarter" idx="12"/>
          </p:nvPr>
        </p:nvSpPr>
        <p:spPr>
          <a:xfrm>
            <a:off x="8177894"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25" name="Picture 2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257872" y="288159"/>
            <a:ext cx="3325238" cy="6361552"/>
          </a:xfrm>
          <a:prstGeom prst="rect">
            <a:avLst/>
          </a:prstGeom>
        </p:spPr>
      </p:pic>
      <p:sp>
        <p:nvSpPr>
          <p:cNvPr id="26" name="Picture Placeholder 5"/>
          <p:cNvSpPr>
            <a:spLocks noGrp="1"/>
          </p:cNvSpPr>
          <p:nvPr>
            <p:ph type="pic" sz="quarter" idx="13"/>
          </p:nvPr>
        </p:nvSpPr>
        <p:spPr>
          <a:xfrm>
            <a:off x="4674443"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27" name="Picture 26"/>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75599" y="288159"/>
            <a:ext cx="3325238" cy="6361552"/>
          </a:xfrm>
          <a:prstGeom prst="rect">
            <a:avLst/>
          </a:prstGeom>
        </p:spPr>
      </p:pic>
      <p:sp>
        <p:nvSpPr>
          <p:cNvPr id="28" name="Picture Placeholder 5"/>
          <p:cNvSpPr>
            <a:spLocks noGrp="1"/>
          </p:cNvSpPr>
          <p:nvPr>
            <p:ph type="pic" sz="quarter" idx="14"/>
          </p:nvPr>
        </p:nvSpPr>
        <p:spPr>
          <a:xfrm>
            <a:off x="1092170"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0" name="Slide Number Placeholder 6">
            <a:extLst>
              <a:ext uri="{FF2B5EF4-FFF2-40B4-BE49-F238E27FC236}">
                <a16:creationId xmlns:a16="http://schemas.microsoft.com/office/drawing/2014/main" id="{C9C0BC16-8D4E-CA41-B980-273F5D79CAD6}"/>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11" name="Date Placeholder 2">
            <a:extLst>
              <a:ext uri="{FF2B5EF4-FFF2-40B4-BE49-F238E27FC236}">
                <a16:creationId xmlns:a16="http://schemas.microsoft.com/office/drawing/2014/main" id="{4635DAB6-41E6-9A49-A725-D6B0308988FA}"/>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3" name="Footer Placeholder 3">
            <a:extLst>
              <a:ext uri="{FF2B5EF4-FFF2-40B4-BE49-F238E27FC236}">
                <a16:creationId xmlns:a16="http://schemas.microsoft.com/office/drawing/2014/main" id="{21887EB5-2C15-CA45-B6AE-135E1DFCF415}"/>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Tree>
    <p:extLst>
      <p:ext uri="{BB962C8B-B14F-4D97-AF65-F5344CB8AC3E}">
        <p14:creationId xmlns:p14="http://schemas.microsoft.com/office/powerpoint/2010/main" val="66810188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Primary Logo Centered">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94C6F40-FC3D-2C47-AEC5-1FB379B46F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48113" y="2955969"/>
            <a:ext cx="3495775" cy="946062"/>
          </a:xfrm>
          <a:prstGeom prst="rect">
            <a:avLst/>
          </a:prstGeom>
        </p:spPr>
      </p:pic>
      <p:pic>
        <p:nvPicPr>
          <p:cNvPr id="3" name="Picture 2">
            <a:extLst>
              <a:ext uri="{FF2B5EF4-FFF2-40B4-BE49-F238E27FC236}">
                <a16:creationId xmlns:a16="http://schemas.microsoft.com/office/drawing/2014/main" id="{A7348C9B-0C1B-D840-B0C9-D7AE7A8C9D6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48113" y="2955969"/>
            <a:ext cx="3495775" cy="946062"/>
          </a:xfrm>
          <a:prstGeom prst="rect">
            <a:avLst/>
          </a:prstGeom>
        </p:spPr>
      </p:pic>
    </p:spTree>
    <p:extLst>
      <p:ext uri="{BB962C8B-B14F-4D97-AF65-F5344CB8AC3E}">
        <p14:creationId xmlns:p14="http://schemas.microsoft.com/office/powerpoint/2010/main" val="252890429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Logo Reverse on Gradien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3" name="Picture 2" descr="A black and white logo&#10;&#10;Description automatically generated with low confidence">
            <a:extLst>
              <a:ext uri="{FF2B5EF4-FFF2-40B4-BE49-F238E27FC236}">
                <a16:creationId xmlns:a16="http://schemas.microsoft.com/office/drawing/2014/main" id="{640A594C-545F-064A-8857-1E32DAF5A4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13531" y="3001306"/>
            <a:ext cx="3164939" cy="855389"/>
          </a:xfrm>
          <a:prstGeom prst="rect">
            <a:avLst/>
          </a:prstGeom>
        </p:spPr>
      </p:pic>
      <p:pic>
        <p:nvPicPr>
          <p:cNvPr id="4" name="Picture 3" descr="A black and white logo&#10;&#10;Description automatically generated with low confidence">
            <a:extLst>
              <a:ext uri="{FF2B5EF4-FFF2-40B4-BE49-F238E27FC236}">
                <a16:creationId xmlns:a16="http://schemas.microsoft.com/office/drawing/2014/main" id="{DED96FED-83BC-7A48-BBDF-258DAFA15F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13531" y="3001306"/>
            <a:ext cx="3164939" cy="855389"/>
          </a:xfrm>
          <a:prstGeom prst="rect">
            <a:avLst/>
          </a:prstGeom>
        </p:spPr>
      </p:pic>
    </p:spTree>
    <p:extLst>
      <p:ext uri="{BB962C8B-B14F-4D97-AF65-F5344CB8AC3E}">
        <p14:creationId xmlns:p14="http://schemas.microsoft.com/office/powerpoint/2010/main" val="148966575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ogo Divider 1">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49067" y="3242886"/>
            <a:ext cx="3206044" cy="867651"/>
          </a:xfrm>
          <a:prstGeom prst="rect">
            <a:avLst/>
          </a:prstGeom>
        </p:spPr>
      </p:pic>
      <p:pic>
        <p:nvPicPr>
          <p:cNvPr id="4" name="Picture 3">
            <a:extLst>
              <a:ext uri="{FF2B5EF4-FFF2-40B4-BE49-F238E27FC236}">
                <a16:creationId xmlns:a16="http://schemas.microsoft.com/office/drawing/2014/main" id="{D3850104-CB75-6C4D-8C54-67B82B744B9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C8DF7106-2F14-2F48-B4E5-58A4DF494B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49067" y="3242886"/>
            <a:ext cx="3206044" cy="867651"/>
          </a:xfrm>
          <a:prstGeom prst="rect">
            <a:avLst/>
          </a:prstGeom>
        </p:spPr>
      </p:pic>
    </p:spTree>
    <p:extLst>
      <p:ext uri="{BB962C8B-B14F-4D97-AF65-F5344CB8AC3E}">
        <p14:creationId xmlns:p14="http://schemas.microsoft.com/office/powerpoint/2010/main" val="24575118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Webcam - Single Presenter Prof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sp>
        <p:nvSpPr>
          <p:cNvPr id="25" name="Picture Placeholder 3"/>
          <p:cNvSpPr>
            <a:spLocks noGrp="1"/>
          </p:cNvSpPr>
          <p:nvPr>
            <p:ph type="pic" sz="quarter" idx="17"/>
          </p:nvPr>
        </p:nvSpPr>
        <p:spPr>
          <a:xfrm>
            <a:off x="914399" y="1552045"/>
            <a:ext cx="2277209" cy="2278563"/>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914400" y="3918924"/>
            <a:ext cx="2277209" cy="315982"/>
          </a:xfrm>
          <a:prstGeom prst="rect">
            <a:avLst/>
          </a:prstGeom>
        </p:spPr>
        <p:txBody>
          <a:bodyPr anchor="t">
            <a:noAutofit/>
          </a:bodyPr>
          <a:lstStyle>
            <a:lvl1pPr marL="0" indent="0" algn="ctr">
              <a:spcAft>
                <a:spcPts val="300"/>
              </a:spcAft>
              <a:buNone/>
              <a:defRPr sz="14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r>
              <a:rPr lang="en-US" err="1"/>
              <a:t>Lastname</a:t>
            </a:r>
            <a:endParaRPr lang="en-US"/>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914399" y="4234906"/>
            <a:ext cx="2277209" cy="785612"/>
          </a:xfrm>
        </p:spPr>
        <p:txBody>
          <a:bodyPr>
            <a:noAutofit/>
          </a:bodyPr>
          <a:lstStyle>
            <a:lvl1pPr marL="0" indent="0" algn="ctr">
              <a:buNone/>
              <a:defRPr sz="11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22" name="Title 1">
            <a:extLst>
              <a:ext uri="{FF2B5EF4-FFF2-40B4-BE49-F238E27FC236}">
                <a16:creationId xmlns:a16="http://schemas.microsoft.com/office/drawing/2014/main" id="{EE73F34E-E58C-F84B-8A77-C5F047EB7D1E}"/>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D5D55282-BAA1-8E45-A5E9-3CC39E5B03CB}"/>
              </a:ext>
            </a:extLst>
          </p:cNvPr>
          <p:cNvSpPr>
            <a:spLocks noGrp="1"/>
          </p:cNvSpPr>
          <p:nvPr>
            <p:ph type="body" sz="quarter" idx="43"/>
          </p:nvPr>
        </p:nvSpPr>
        <p:spPr>
          <a:xfrm>
            <a:off x="3508376" y="1887576"/>
            <a:ext cx="6647174" cy="327415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ADB8B3DA-624C-CC43-B11C-2D7EBB5F67AD}"/>
              </a:ext>
            </a:extLst>
          </p:cNvPr>
          <p:cNvSpPr>
            <a:spLocks noGrp="1"/>
          </p:cNvSpPr>
          <p:nvPr>
            <p:ph type="body" sz="quarter" idx="44"/>
          </p:nvPr>
        </p:nvSpPr>
        <p:spPr>
          <a:xfrm>
            <a:off x="3508376" y="1552045"/>
            <a:ext cx="6647171" cy="277812"/>
          </a:xfrm>
        </p:spPr>
        <p:txBody>
          <a:bodyPr>
            <a:noAutofit/>
          </a:bodyPr>
          <a:lstStyle>
            <a:lvl1pPr marL="0" indent="0">
              <a:buNone/>
              <a:defRPr sz="1800" b="1" i="0">
                <a:solidFill>
                  <a:srgbClr val="FF8F1C"/>
                </a:solidFill>
                <a:latin typeface="Sofia Pro Black" pitchFamily="2" charset="77"/>
              </a:defRPr>
            </a:lvl1pPr>
            <a:lvl2pPr marL="457200" indent="0">
              <a:buNone/>
              <a:defRPr/>
            </a:lvl2pPr>
            <a:lvl3pPr marL="914400" indent="0">
              <a:buNone/>
              <a:defRPr/>
            </a:lvl3pPr>
            <a:lvl4pPr marL="1280160" indent="0">
              <a:buNone/>
              <a:defRPr/>
            </a:lvl4pPr>
            <a:lvl5pPr marL="1737360" indent="0">
              <a:buNone/>
              <a:defRPr/>
            </a:lvl5pPr>
          </a:lstStyle>
          <a:p>
            <a:pPr lvl="0"/>
            <a:r>
              <a:rPr lang="en-US"/>
              <a:t>Click to edit Master text styles</a:t>
            </a:r>
          </a:p>
        </p:txBody>
      </p:sp>
      <p:sp>
        <p:nvSpPr>
          <p:cNvPr id="14" name="Slide Number Placeholder 6">
            <a:extLst>
              <a:ext uri="{FF2B5EF4-FFF2-40B4-BE49-F238E27FC236}">
                <a16:creationId xmlns:a16="http://schemas.microsoft.com/office/drawing/2014/main" id="{565B9F96-2696-EA40-A79C-F841DE7165AE}"/>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1700F54E-8588-1541-8DE9-ECD2F1E6348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1" name="Footer Placeholder 3">
            <a:extLst>
              <a:ext uri="{FF2B5EF4-FFF2-40B4-BE49-F238E27FC236}">
                <a16:creationId xmlns:a16="http://schemas.microsoft.com/office/drawing/2014/main" id="{AABE1074-5C83-0D4B-B767-4B97981C5956}"/>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3" name="Picture 22">
            <a:extLst>
              <a:ext uri="{FF2B5EF4-FFF2-40B4-BE49-F238E27FC236}">
                <a16:creationId xmlns:a16="http://schemas.microsoft.com/office/drawing/2014/main" id="{6C770E15-4F1F-5548-90C3-E4BC03DB31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5" name="Rounded Rectangle 14">
            <a:extLst>
              <a:ext uri="{FF2B5EF4-FFF2-40B4-BE49-F238E27FC236}">
                <a16:creationId xmlns:a16="http://schemas.microsoft.com/office/drawing/2014/main" id="{8114928B-2175-084F-B766-C4B37A14A109}"/>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5297267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Webcam - Primary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830486"/>
            <a:ext cx="9317736" cy="4029377"/>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0004589C-68E9-3344-A4C0-74E91BFC30A6}"/>
              </a:ext>
            </a:extLst>
          </p:cNvPr>
          <p:cNvSpPr>
            <a:spLocks noGrp="1"/>
          </p:cNvSpPr>
          <p:nvPr>
            <p:ph type="body" idx="14"/>
          </p:nvPr>
        </p:nvSpPr>
        <p:spPr>
          <a:xfrm>
            <a:off x="837814" y="1398552"/>
            <a:ext cx="9315763" cy="36548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7" name="Text Placeholder 8">
            <a:extLst>
              <a:ext uri="{FF2B5EF4-FFF2-40B4-BE49-F238E27FC236}">
                <a16:creationId xmlns:a16="http://schemas.microsoft.com/office/drawing/2014/main" id="{96532157-3B48-E549-98A3-1AACB45CBD15}"/>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18" name="Slide Number Placeholder 6">
            <a:extLst>
              <a:ext uri="{FF2B5EF4-FFF2-40B4-BE49-F238E27FC236}">
                <a16:creationId xmlns:a16="http://schemas.microsoft.com/office/drawing/2014/main" id="{415396C8-F311-8548-8B33-CBAAC8252141}"/>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73F2A64D-52A4-6246-8B9C-4E2F1B10133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A103E867-5F87-6B4C-A48C-44E41EB2AEF3}"/>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1" name="Picture 20">
            <a:extLst>
              <a:ext uri="{FF2B5EF4-FFF2-40B4-BE49-F238E27FC236}">
                <a16:creationId xmlns:a16="http://schemas.microsoft.com/office/drawing/2014/main" id="{3CBC59C1-0F47-BB49-AB52-A4F8F2F721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6" name="Rounded Rectangle 15">
            <a:extLst>
              <a:ext uri="{FF2B5EF4-FFF2-40B4-BE49-F238E27FC236}">
                <a16:creationId xmlns:a16="http://schemas.microsoft.com/office/drawing/2014/main" id="{4D33FDFB-9AB0-4B41-9191-CAB748F08F85}"/>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3381025546"/>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Webcam - 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017270"/>
            <a:ext cx="9317736" cy="4842593"/>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8" name="Slide Number Placeholder 6">
            <a:extLst>
              <a:ext uri="{FF2B5EF4-FFF2-40B4-BE49-F238E27FC236}">
                <a16:creationId xmlns:a16="http://schemas.microsoft.com/office/drawing/2014/main" id="{415396C8-F311-8548-8B33-CBAAC8252141}"/>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73F2A64D-52A4-6246-8B9C-4E2F1B10133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A103E867-5F87-6B4C-A48C-44E41EB2AEF3}"/>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1" name="Picture 20">
            <a:extLst>
              <a:ext uri="{FF2B5EF4-FFF2-40B4-BE49-F238E27FC236}">
                <a16:creationId xmlns:a16="http://schemas.microsoft.com/office/drawing/2014/main" id="{3CBC59C1-0F47-BB49-AB52-A4F8F2F721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1" name="Rounded Rectangle 10">
            <a:extLst>
              <a:ext uri="{FF2B5EF4-FFF2-40B4-BE49-F238E27FC236}">
                <a16:creationId xmlns:a16="http://schemas.microsoft.com/office/drawing/2014/main" id="{92D793DE-E290-FC46-85CD-01CC2BEFDFE4}"/>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732194683"/>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Webcam - Two Column">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694C6B-ADF1-2E4B-9420-76229EA73FF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Text Placeholder 2">
            <a:extLst>
              <a:ext uri="{FF2B5EF4-FFF2-40B4-BE49-F238E27FC236}">
                <a16:creationId xmlns:a16="http://schemas.microsoft.com/office/drawing/2014/main" id="{EA656BF9-275C-7C47-B8EE-7429C371F753}"/>
              </a:ext>
            </a:extLst>
          </p:cNvPr>
          <p:cNvSpPr>
            <a:spLocks noGrp="1"/>
          </p:cNvSpPr>
          <p:nvPr>
            <p:ph type="body" idx="1"/>
          </p:nvPr>
        </p:nvSpPr>
        <p:spPr>
          <a:xfrm>
            <a:off x="839787"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E24CC-D7B3-084E-A6EB-C329CCA03C65}"/>
              </a:ext>
            </a:extLst>
          </p:cNvPr>
          <p:cNvSpPr>
            <a:spLocks noGrp="1"/>
          </p:cNvSpPr>
          <p:nvPr>
            <p:ph sz="half" idx="2"/>
          </p:nvPr>
        </p:nvSpPr>
        <p:spPr>
          <a:xfrm>
            <a:off x="839787" y="2141111"/>
            <a:ext cx="449223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A716-8061-5748-A3D9-D54D2AC84D9B}"/>
              </a:ext>
            </a:extLst>
          </p:cNvPr>
          <p:cNvSpPr>
            <a:spLocks noGrp="1"/>
          </p:cNvSpPr>
          <p:nvPr>
            <p:ph type="body" sz="quarter" idx="3"/>
          </p:nvPr>
        </p:nvSpPr>
        <p:spPr>
          <a:xfrm>
            <a:off x="5674991"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C3B6F-9E0E-574E-8D34-5374C57D7F07}"/>
              </a:ext>
            </a:extLst>
          </p:cNvPr>
          <p:cNvSpPr>
            <a:spLocks noGrp="1"/>
          </p:cNvSpPr>
          <p:nvPr>
            <p:ph sz="quarter" idx="4"/>
          </p:nvPr>
        </p:nvSpPr>
        <p:spPr>
          <a:xfrm>
            <a:off x="5674991" y="2141112"/>
            <a:ext cx="4492233" cy="39225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F038249C-423D-A349-A51B-FFD8652946E3}"/>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9" name="Text Placeholder 8">
            <a:extLst>
              <a:ext uri="{FF2B5EF4-FFF2-40B4-BE49-F238E27FC236}">
                <a16:creationId xmlns:a16="http://schemas.microsoft.com/office/drawing/2014/main" id="{A7520AA4-0A4A-654E-8967-C6E777228D6F}"/>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18" name="Slide Number Placeholder 6">
            <a:extLst>
              <a:ext uri="{FF2B5EF4-FFF2-40B4-BE49-F238E27FC236}">
                <a16:creationId xmlns:a16="http://schemas.microsoft.com/office/drawing/2014/main" id="{CF89C3FC-A4E3-FF48-8F54-987218E0031E}"/>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20" name="Date Placeholder 2">
            <a:extLst>
              <a:ext uri="{FF2B5EF4-FFF2-40B4-BE49-F238E27FC236}">
                <a16:creationId xmlns:a16="http://schemas.microsoft.com/office/drawing/2014/main" id="{2330CAD5-A083-1640-8BC1-88E7C12EDD8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1" name="Footer Placeholder 3">
            <a:extLst>
              <a:ext uri="{FF2B5EF4-FFF2-40B4-BE49-F238E27FC236}">
                <a16:creationId xmlns:a16="http://schemas.microsoft.com/office/drawing/2014/main" id="{9A05C1A2-CB05-9442-B657-8A502929D745}"/>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2" name="Picture 21">
            <a:extLst>
              <a:ext uri="{FF2B5EF4-FFF2-40B4-BE49-F238E27FC236}">
                <a16:creationId xmlns:a16="http://schemas.microsoft.com/office/drawing/2014/main" id="{3DDF20E4-B1F6-F245-84E9-495F77797B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6" name="Rounded Rectangle 15">
            <a:extLst>
              <a:ext uri="{FF2B5EF4-FFF2-40B4-BE49-F238E27FC236}">
                <a16:creationId xmlns:a16="http://schemas.microsoft.com/office/drawing/2014/main" id="{141A1BB6-BB1F-2E40-8D96-558F24B79E3C}"/>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958246338"/>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Webcam - Plain Background Three Column">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5" name="Slide Number Placeholder 6">
            <a:extLst>
              <a:ext uri="{FF2B5EF4-FFF2-40B4-BE49-F238E27FC236}">
                <a16:creationId xmlns:a16="http://schemas.microsoft.com/office/drawing/2014/main" id="{E0B32DB7-1704-4F46-8D5D-7C6A18415F6C}"/>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5AA039EF-25DF-1842-B622-233BC49A9965}"/>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29C4C421-9493-5248-B3E6-20C72084D82F}"/>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8" name="Text Placeholder 2">
            <a:extLst>
              <a:ext uri="{FF2B5EF4-FFF2-40B4-BE49-F238E27FC236}">
                <a16:creationId xmlns:a16="http://schemas.microsoft.com/office/drawing/2014/main" id="{6A9907EC-913C-BB48-A5A2-753E0CEC2C86}"/>
              </a:ext>
            </a:extLst>
          </p:cNvPr>
          <p:cNvSpPr>
            <a:spLocks noGrp="1"/>
          </p:cNvSpPr>
          <p:nvPr>
            <p:ph type="body" idx="1"/>
          </p:nvPr>
        </p:nvSpPr>
        <p:spPr>
          <a:xfrm>
            <a:off x="839787"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3">
            <a:extLst>
              <a:ext uri="{FF2B5EF4-FFF2-40B4-BE49-F238E27FC236}">
                <a16:creationId xmlns:a16="http://schemas.microsoft.com/office/drawing/2014/main" id="{F1223254-32EA-BF45-86EC-38F43702D47D}"/>
              </a:ext>
            </a:extLst>
          </p:cNvPr>
          <p:cNvSpPr>
            <a:spLocks noGrp="1"/>
          </p:cNvSpPr>
          <p:nvPr>
            <p:ph sz="half" idx="2"/>
          </p:nvPr>
        </p:nvSpPr>
        <p:spPr>
          <a:xfrm>
            <a:off x="839787"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4CE94F2D-A8BE-9C46-A04F-1D85AA546F2D}"/>
              </a:ext>
            </a:extLst>
          </p:cNvPr>
          <p:cNvSpPr>
            <a:spLocks noGrp="1"/>
          </p:cNvSpPr>
          <p:nvPr>
            <p:ph type="body" idx="43"/>
          </p:nvPr>
        </p:nvSpPr>
        <p:spPr>
          <a:xfrm>
            <a:off x="4016741" y="1518284"/>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43BEFDC9-90CA-FE4B-995E-F71F6D1C2296}"/>
              </a:ext>
            </a:extLst>
          </p:cNvPr>
          <p:cNvSpPr>
            <a:spLocks noGrp="1"/>
          </p:cNvSpPr>
          <p:nvPr>
            <p:ph sz="half" idx="44"/>
          </p:nvPr>
        </p:nvSpPr>
        <p:spPr>
          <a:xfrm>
            <a:off x="4016741" y="2228497"/>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
            <a:extLst>
              <a:ext uri="{FF2B5EF4-FFF2-40B4-BE49-F238E27FC236}">
                <a16:creationId xmlns:a16="http://schemas.microsoft.com/office/drawing/2014/main" id="{E6C293D1-2672-F64E-9377-0AED23A81789}"/>
              </a:ext>
            </a:extLst>
          </p:cNvPr>
          <p:cNvSpPr>
            <a:spLocks noGrp="1"/>
          </p:cNvSpPr>
          <p:nvPr>
            <p:ph type="body" idx="45"/>
          </p:nvPr>
        </p:nvSpPr>
        <p:spPr>
          <a:xfrm>
            <a:off x="7193695"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FCD13946-C872-DE43-A8FB-D6BEF07F0273}"/>
              </a:ext>
            </a:extLst>
          </p:cNvPr>
          <p:cNvSpPr>
            <a:spLocks noGrp="1"/>
          </p:cNvSpPr>
          <p:nvPr>
            <p:ph sz="half" idx="46"/>
          </p:nvPr>
        </p:nvSpPr>
        <p:spPr>
          <a:xfrm>
            <a:off x="7193695"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itle 1">
            <a:extLst>
              <a:ext uri="{FF2B5EF4-FFF2-40B4-BE49-F238E27FC236}">
                <a16:creationId xmlns:a16="http://schemas.microsoft.com/office/drawing/2014/main" id="{6DA2751F-79CF-B644-A294-8EE4786FBDDB}"/>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1" name="Text Placeholder 8">
            <a:extLst>
              <a:ext uri="{FF2B5EF4-FFF2-40B4-BE49-F238E27FC236}">
                <a16:creationId xmlns:a16="http://schemas.microsoft.com/office/drawing/2014/main" id="{26373B45-C701-874E-A3AF-F4951D28799D}"/>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28" name="Rounded Rectangle 27">
            <a:extLst>
              <a:ext uri="{FF2B5EF4-FFF2-40B4-BE49-F238E27FC236}">
                <a16:creationId xmlns:a16="http://schemas.microsoft.com/office/drawing/2014/main" id="{A4A28DEC-D126-7547-B7E8-0F65BE888F7B}"/>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06819427"/>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ebcam - Plain Background">
    <p:bg>
      <p:bgPr>
        <a:solidFill>
          <a:srgbClr val="F3F0EB"/>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406769"/>
            <a:ext cx="9727485" cy="46759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5" name="Text Placeholder 8">
            <a:extLst>
              <a:ext uri="{FF2B5EF4-FFF2-40B4-BE49-F238E27FC236}">
                <a16:creationId xmlns:a16="http://schemas.microsoft.com/office/drawing/2014/main" id="{0B8F0AD6-6947-E943-8AF2-7DCCA1DB9A0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7" name="Picture 16">
            <a:extLst>
              <a:ext uri="{FF2B5EF4-FFF2-40B4-BE49-F238E27FC236}">
                <a16:creationId xmlns:a16="http://schemas.microsoft.com/office/drawing/2014/main" id="{005B39C8-FB1C-354D-A973-82FFA7EFA2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8" name="Slide Number Placeholder 6">
            <a:extLst>
              <a:ext uri="{FF2B5EF4-FFF2-40B4-BE49-F238E27FC236}">
                <a16:creationId xmlns:a16="http://schemas.microsoft.com/office/drawing/2014/main" id="{EFA06AE2-BBF6-2144-B093-77ECA3AD40BE}"/>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EBA06C04-6A71-6F48-8BFF-75986AA986B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3BAA328A-817E-7743-9CA6-5F6FA4C64A43}"/>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2" name="Rounded Rectangle 11">
            <a:extLst>
              <a:ext uri="{FF2B5EF4-FFF2-40B4-BE49-F238E27FC236}">
                <a16:creationId xmlns:a16="http://schemas.microsoft.com/office/drawing/2014/main" id="{5A7838D4-71DD-2D4B-989C-EB41C2263133}"/>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84184696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ebcam - Basic Plain Background">
    <p:bg>
      <p:bgPr>
        <a:solidFill>
          <a:srgbClr val="F3F0EB"/>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005840"/>
            <a:ext cx="9727485" cy="5076907"/>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pic>
        <p:nvPicPr>
          <p:cNvPr id="17" name="Picture 16">
            <a:extLst>
              <a:ext uri="{FF2B5EF4-FFF2-40B4-BE49-F238E27FC236}">
                <a16:creationId xmlns:a16="http://schemas.microsoft.com/office/drawing/2014/main" id="{005B39C8-FB1C-354D-A973-82FFA7EFA2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8" name="Slide Number Placeholder 6">
            <a:extLst>
              <a:ext uri="{FF2B5EF4-FFF2-40B4-BE49-F238E27FC236}">
                <a16:creationId xmlns:a16="http://schemas.microsoft.com/office/drawing/2014/main" id="{EFA06AE2-BBF6-2144-B093-77ECA3AD40BE}"/>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EBA06C04-6A71-6F48-8BFF-75986AA986B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3BAA328A-817E-7743-9CA6-5F6FA4C64A43}"/>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1" name="Rounded Rectangle 10">
            <a:extLst>
              <a:ext uri="{FF2B5EF4-FFF2-40B4-BE49-F238E27FC236}">
                <a16:creationId xmlns:a16="http://schemas.microsoft.com/office/drawing/2014/main" id="{F60E91D2-C777-484A-A323-E6D5A9D5C173}"/>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58736693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Webcam_Content, 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94369" y="463296"/>
            <a:ext cx="7389963" cy="6162373"/>
          </a:xfrm>
          <a:prstGeom prst="rect">
            <a:avLst/>
          </a:prstGeom>
        </p:spPr>
      </p:pic>
      <p:sp>
        <p:nvSpPr>
          <p:cNvPr id="5" name="Picture Placeholder 4"/>
          <p:cNvSpPr>
            <a:spLocks noGrp="1"/>
          </p:cNvSpPr>
          <p:nvPr>
            <p:ph type="pic" sz="quarter" idx="12"/>
          </p:nvPr>
        </p:nvSpPr>
        <p:spPr>
          <a:xfrm>
            <a:off x="5667230" y="1245807"/>
            <a:ext cx="5988322" cy="3387153"/>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9" name="Content Placeholder 2">
            <a:extLst>
              <a:ext uri="{FF2B5EF4-FFF2-40B4-BE49-F238E27FC236}">
                <a16:creationId xmlns:a16="http://schemas.microsoft.com/office/drawing/2014/main" id="{17626513-7C6E-0E4E-9E0F-88A96817A638}"/>
              </a:ext>
            </a:extLst>
          </p:cNvPr>
          <p:cNvSpPr>
            <a:spLocks noGrp="1"/>
          </p:cNvSpPr>
          <p:nvPr>
            <p:ph idx="1"/>
          </p:nvPr>
        </p:nvSpPr>
        <p:spPr>
          <a:xfrm>
            <a:off x="837813" y="2002115"/>
            <a:ext cx="4367233" cy="394148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9EDE1691-7F88-1543-84CE-EC620E9C1046}"/>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itle 1">
            <a:extLst>
              <a:ext uri="{FF2B5EF4-FFF2-40B4-BE49-F238E27FC236}">
                <a16:creationId xmlns:a16="http://schemas.microsoft.com/office/drawing/2014/main" id="{78850427-EC26-7A48-8EBB-5E5E6F4499C8}"/>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
        <p:nvSpPr>
          <p:cNvPr id="12" name="Slide Number Placeholder 6">
            <a:extLst>
              <a:ext uri="{FF2B5EF4-FFF2-40B4-BE49-F238E27FC236}">
                <a16:creationId xmlns:a16="http://schemas.microsoft.com/office/drawing/2014/main" id="{7B9F3CC0-8CC6-CC49-AE97-A130876B09ED}"/>
              </a:ext>
            </a:extLst>
          </p:cNvPr>
          <p:cNvSpPr>
            <a:spLocks noGrp="1"/>
          </p:cNvSpPr>
          <p:nvPr>
            <p:ph type="sldNum" sz="quarter" idx="44"/>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3" name="Date Placeholder 2">
            <a:extLst>
              <a:ext uri="{FF2B5EF4-FFF2-40B4-BE49-F238E27FC236}">
                <a16:creationId xmlns:a16="http://schemas.microsoft.com/office/drawing/2014/main" id="{B3B1391A-AFA1-0A49-8B1E-AB332C86934D}"/>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BF9098D0-75EA-A940-92BF-3E51DEFEA6C0}"/>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8" name="Picture 17">
            <a:extLst>
              <a:ext uri="{FF2B5EF4-FFF2-40B4-BE49-F238E27FC236}">
                <a16:creationId xmlns:a16="http://schemas.microsoft.com/office/drawing/2014/main" id="{32E6F813-C901-5840-870C-EFC5F6B871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3" name="Rounded Rectangle 22">
            <a:extLst>
              <a:ext uri="{FF2B5EF4-FFF2-40B4-BE49-F238E27FC236}">
                <a16:creationId xmlns:a16="http://schemas.microsoft.com/office/drawing/2014/main" id="{8188F357-CD5B-C841-AFF2-DE72D3686577}"/>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078218114"/>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Webcam_Content, Desktop &amp;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0" name="Picture 9">
            <a:extLst>
              <a:ext uri="{FF2B5EF4-FFF2-40B4-BE49-F238E27FC236}">
                <a16:creationId xmlns:a16="http://schemas.microsoft.com/office/drawing/2014/main" id="{C78588E9-294F-4647-9117-A753EB4D4EA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06397" y="-41761"/>
            <a:ext cx="7154798" cy="5966273"/>
          </a:xfrm>
          <a:prstGeom prst="rect">
            <a:avLst/>
          </a:prstGeom>
        </p:spPr>
      </p:pic>
      <p:pic>
        <p:nvPicPr>
          <p:cNvPr id="13" name="Picture 12">
            <a:extLst>
              <a:ext uri="{FF2B5EF4-FFF2-40B4-BE49-F238E27FC236}">
                <a16:creationId xmlns:a16="http://schemas.microsoft.com/office/drawing/2014/main" id="{2855662A-C112-FA4A-AA38-4DF77BD2F4B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487222" y="1874332"/>
            <a:ext cx="2375773" cy="4545120"/>
          </a:xfrm>
          <a:prstGeom prst="rect">
            <a:avLst/>
          </a:prstGeom>
        </p:spPr>
      </p:pic>
      <p:sp>
        <p:nvSpPr>
          <p:cNvPr id="14" name="Picture Placeholder 5">
            <a:extLst>
              <a:ext uri="{FF2B5EF4-FFF2-40B4-BE49-F238E27FC236}">
                <a16:creationId xmlns:a16="http://schemas.microsoft.com/office/drawing/2014/main" id="{0C2BA6BA-1C42-3940-85B7-7C94A8BF47F4}"/>
              </a:ext>
            </a:extLst>
          </p:cNvPr>
          <p:cNvSpPr>
            <a:spLocks noGrp="1"/>
          </p:cNvSpPr>
          <p:nvPr>
            <p:ph type="pic" sz="quarter" idx="15"/>
          </p:nvPr>
        </p:nvSpPr>
        <p:spPr>
          <a:xfrm>
            <a:off x="9771608" y="2209667"/>
            <a:ext cx="1798730" cy="381299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90010 w 2504250"/>
              <a:gd name="connsiteY7" fmla="*/ 5036865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57632"/>
              <a:gd name="connsiteX1" fmla="*/ 615781 w 2504250"/>
              <a:gd name="connsiteY1" fmla="*/ 0 h 5357632"/>
              <a:gd name="connsiteX2" fmla="*/ 732815 w 2504250"/>
              <a:gd name="connsiteY2" fmla="*/ 183847 h 5357632"/>
              <a:gd name="connsiteX3" fmla="*/ 1797081 w 2504250"/>
              <a:gd name="connsiteY3" fmla="*/ 189865 h 5357632"/>
              <a:gd name="connsiteX4" fmla="*/ 1924342 w 2504250"/>
              <a:gd name="connsiteY4" fmla="*/ 14513 h 5357632"/>
              <a:gd name="connsiteX5" fmla="*/ 2139267 w 2504250"/>
              <a:gd name="connsiteY5" fmla="*/ 15141 h 5357632"/>
              <a:gd name="connsiteX6" fmla="*/ 2504250 w 2504250"/>
              <a:gd name="connsiteY6" fmla="*/ 331512 h 5357632"/>
              <a:gd name="connsiteX7" fmla="*/ 2490010 w 2504250"/>
              <a:gd name="connsiteY7" fmla="*/ 5036865 h 5357632"/>
              <a:gd name="connsiteX8" fmla="*/ 2147989 w 2504250"/>
              <a:gd name="connsiteY8" fmla="*/ 5357632 h 5357632"/>
              <a:gd name="connsiteX9" fmla="*/ 307378 w 2504250"/>
              <a:gd name="connsiteY9" fmla="*/ 5345856 h 5357632"/>
              <a:gd name="connsiteX10" fmla="*/ 0 w 2504250"/>
              <a:gd name="connsiteY10" fmla="*/ 5008098 h 5357632"/>
              <a:gd name="connsiteX11" fmla="*/ 42536 w 2504250"/>
              <a:gd name="connsiteY11" fmla="*/ 337588 h 5357632"/>
              <a:gd name="connsiteX12" fmla="*/ 377136 w 2504250"/>
              <a:gd name="connsiteY12" fmla="*/ 2988 h 5357632"/>
              <a:gd name="connsiteX0" fmla="*/ 377136 w 2504250"/>
              <a:gd name="connsiteY0" fmla="*/ 2988 h 5359501"/>
              <a:gd name="connsiteX1" fmla="*/ 615781 w 2504250"/>
              <a:gd name="connsiteY1" fmla="*/ 0 h 5359501"/>
              <a:gd name="connsiteX2" fmla="*/ 732815 w 2504250"/>
              <a:gd name="connsiteY2" fmla="*/ 183847 h 5359501"/>
              <a:gd name="connsiteX3" fmla="*/ 1797081 w 2504250"/>
              <a:gd name="connsiteY3" fmla="*/ 189865 h 5359501"/>
              <a:gd name="connsiteX4" fmla="*/ 1924342 w 2504250"/>
              <a:gd name="connsiteY4" fmla="*/ 14513 h 5359501"/>
              <a:gd name="connsiteX5" fmla="*/ 2139267 w 2504250"/>
              <a:gd name="connsiteY5" fmla="*/ 15141 h 5359501"/>
              <a:gd name="connsiteX6" fmla="*/ 2504250 w 2504250"/>
              <a:gd name="connsiteY6" fmla="*/ 331512 h 5359501"/>
              <a:gd name="connsiteX7" fmla="*/ 2490010 w 2504250"/>
              <a:gd name="connsiteY7" fmla="*/ 5036865 h 5359501"/>
              <a:gd name="connsiteX8" fmla="*/ 2147989 w 2504250"/>
              <a:gd name="connsiteY8" fmla="*/ 5357632 h 5359501"/>
              <a:gd name="connsiteX9" fmla="*/ 356261 w 2504250"/>
              <a:gd name="connsiteY9" fmla="*/ 5359244 h 5359501"/>
              <a:gd name="connsiteX10" fmla="*/ 0 w 2504250"/>
              <a:gd name="connsiteY10" fmla="*/ 5008098 h 5359501"/>
              <a:gd name="connsiteX11" fmla="*/ 42536 w 2504250"/>
              <a:gd name="connsiteY11" fmla="*/ 337588 h 5359501"/>
              <a:gd name="connsiteX12" fmla="*/ 377136 w 2504250"/>
              <a:gd name="connsiteY12" fmla="*/ 2988 h 5359501"/>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55868 w 2517582"/>
              <a:gd name="connsiteY11" fmla="*/ 337588 h 5359546"/>
              <a:gd name="connsiteX12" fmla="*/ 390468 w 2517582"/>
              <a:gd name="connsiteY12" fmla="*/ 2988 h 5359546"/>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42537 w 2517582"/>
              <a:gd name="connsiteY11" fmla="*/ 333126 h 5359546"/>
              <a:gd name="connsiteX12" fmla="*/ 390468 w 2517582"/>
              <a:gd name="connsiteY12" fmla="*/ 2988 h 535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7582" h="5359546">
                <a:moveTo>
                  <a:pt x="390468" y="2988"/>
                </a:moveTo>
                <a:lnTo>
                  <a:pt x="629113" y="0"/>
                </a:lnTo>
                <a:cubicBezTo>
                  <a:pt x="622408" y="145653"/>
                  <a:pt x="637060" y="183349"/>
                  <a:pt x="746147" y="183847"/>
                </a:cubicBezTo>
                <a:lnTo>
                  <a:pt x="1810413" y="189865"/>
                </a:lnTo>
                <a:cubicBezTo>
                  <a:pt x="1948181" y="204177"/>
                  <a:pt x="1942422" y="40595"/>
                  <a:pt x="1937674" y="14513"/>
                </a:cubicBezTo>
                <a:cubicBezTo>
                  <a:pt x="2048237" y="12563"/>
                  <a:pt x="2082226" y="9906"/>
                  <a:pt x="2152599" y="15141"/>
                </a:cubicBezTo>
                <a:cubicBezTo>
                  <a:pt x="2399607" y="15141"/>
                  <a:pt x="2517582" y="146718"/>
                  <a:pt x="2517582" y="331512"/>
                </a:cubicBezTo>
                <a:cubicBezTo>
                  <a:pt x="2512835" y="1899963"/>
                  <a:pt x="2508089" y="3468414"/>
                  <a:pt x="2503342" y="5036865"/>
                </a:cubicBezTo>
                <a:cubicBezTo>
                  <a:pt x="2510600" y="5241735"/>
                  <a:pt x="2351677" y="5357632"/>
                  <a:pt x="2161321" y="5357632"/>
                </a:cubicBezTo>
                <a:lnTo>
                  <a:pt x="369593" y="5359244"/>
                </a:lnTo>
                <a:cubicBezTo>
                  <a:pt x="142951" y="5366502"/>
                  <a:pt x="7257" y="5242540"/>
                  <a:pt x="0" y="5030412"/>
                </a:cubicBezTo>
                <a:lnTo>
                  <a:pt x="42537" y="333126"/>
                </a:lnTo>
                <a:cubicBezTo>
                  <a:pt x="42537" y="148332"/>
                  <a:pt x="134572" y="-1474"/>
                  <a:pt x="390468" y="2988"/>
                </a:cubicBez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15" name="Picture Placeholder 16">
            <a:extLst>
              <a:ext uri="{FF2B5EF4-FFF2-40B4-BE49-F238E27FC236}">
                <a16:creationId xmlns:a16="http://schemas.microsoft.com/office/drawing/2014/main" id="{2BD84E75-B6ED-D543-B317-62715B5A7754}"/>
              </a:ext>
            </a:extLst>
          </p:cNvPr>
          <p:cNvSpPr>
            <a:spLocks noGrp="1"/>
          </p:cNvSpPr>
          <p:nvPr>
            <p:ph type="pic" sz="quarter" idx="16"/>
          </p:nvPr>
        </p:nvSpPr>
        <p:spPr>
          <a:xfrm>
            <a:off x="5597156" y="718466"/>
            <a:ext cx="5710426" cy="3242909"/>
          </a:xfrm>
          <a:custGeom>
            <a:avLst/>
            <a:gdLst>
              <a:gd name="connsiteX0" fmla="*/ 0 w 4957762"/>
              <a:gd name="connsiteY0" fmla="*/ 0 h 2784475"/>
              <a:gd name="connsiteX1" fmla="*/ 4957762 w 4957762"/>
              <a:gd name="connsiteY1" fmla="*/ 0 h 2784475"/>
              <a:gd name="connsiteX2" fmla="*/ 4957762 w 4957762"/>
              <a:gd name="connsiteY2" fmla="*/ 2784475 h 2784475"/>
              <a:gd name="connsiteX3" fmla="*/ 0 w 4957762"/>
              <a:gd name="connsiteY3" fmla="*/ 2784475 h 2784475"/>
              <a:gd name="connsiteX4" fmla="*/ 0 w 4957762"/>
              <a:gd name="connsiteY4"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0 w 4957762"/>
              <a:gd name="connsiteY4" fmla="*/ 2784475 h 2784475"/>
              <a:gd name="connsiteX5" fmla="*/ 0 w 4957762"/>
              <a:gd name="connsiteY5"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3757612 w 4957762"/>
              <a:gd name="connsiteY4" fmla="*/ 2784475 h 2784475"/>
              <a:gd name="connsiteX5" fmla="*/ 0 w 4957762"/>
              <a:gd name="connsiteY5" fmla="*/ 2784475 h 2784475"/>
              <a:gd name="connsiteX6" fmla="*/ 0 w 4957762"/>
              <a:gd name="connsiteY6" fmla="*/ 0 h 2784475"/>
              <a:gd name="connsiteX0" fmla="*/ 0 w 5043913"/>
              <a:gd name="connsiteY0" fmla="*/ 0 h 2784837"/>
              <a:gd name="connsiteX1" fmla="*/ 4957762 w 5043913"/>
              <a:gd name="connsiteY1" fmla="*/ 0 h 2784837"/>
              <a:gd name="connsiteX2" fmla="*/ 4947602 w 5043913"/>
              <a:gd name="connsiteY2" fmla="*/ 1067435 h 2784837"/>
              <a:gd name="connsiteX3" fmla="*/ 4948237 w 5043913"/>
              <a:gd name="connsiteY3" fmla="*/ 2590800 h 2784837"/>
              <a:gd name="connsiteX4" fmla="*/ 4957762 w 5043913"/>
              <a:gd name="connsiteY4" fmla="*/ 2784475 h 2784837"/>
              <a:gd name="connsiteX5" fmla="*/ 3757612 w 5043913"/>
              <a:gd name="connsiteY5" fmla="*/ 2784475 h 2784837"/>
              <a:gd name="connsiteX6" fmla="*/ 0 w 5043913"/>
              <a:gd name="connsiteY6" fmla="*/ 2784475 h 2784837"/>
              <a:gd name="connsiteX7" fmla="*/ 0 w 5043913"/>
              <a:gd name="connsiteY7" fmla="*/ 0 h 2784837"/>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4805362 w 4966602"/>
              <a:gd name="connsiteY5" fmla="*/ 2781300 h 2785062"/>
              <a:gd name="connsiteX6" fmla="*/ 3757612 w 4966602"/>
              <a:gd name="connsiteY6" fmla="*/ 2784475 h 2785062"/>
              <a:gd name="connsiteX7" fmla="*/ 0 w 4966602"/>
              <a:gd name="connsiteY7" fmla="*/ 2784475 h 2785062"/>
              <a:gd name="connsiteX8" fmla="*/ 0 w 4966602"/>
              <a:gd name="connsiteY8" fmla="*/ 0 h 2785062"/>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3776662 w 4966602"/>
              <a:gd name="connsiteY5" fmla="*/ 1323975 h 2785062"/>
              <a:gd name="connsiteX6" fmla="*/ 3757612 w 4966602"/>
              <a:gd name="connsiteY6" fmla="*/ 2784475 h 2785062"/>
              <a:gd name="connsiteX7" fmla="*/ 0 w 4966602"/>
              <a:gd name="connsiteY7" fmla="*/ 2784475 h 2785062"/>
              <a:gd name="connsiteX8" fmla="*/ 0 w 4966602"/>
              <a:gd name="connsiteY8" fmla="*/ 0 h 2785062"/>
              <a:gd name="connsiteX0" fmla="*/ 0 w 4958207"/>
              <a:gd name="connsiteY0" fmla="*/ 0 h 2784475"/>
              <a:gd name="connsiteX1" fmla="*/ 4957762 w 4958207"/>
              <a:gd name="connsiteY1" fmla="*/ 0 h 2784475"/>
              <a:gd name="connsiteX2" fmla="*/ 4947602 w 4958207"/>
              <a:gd name="connsiteY2" fmla="*/ 1067435 h 2784475"/>
              <a:gd name="connsiteX3" fmla="*/ 4040187 w 4958207"/>
              <a:gd name="connsiteY3" fmla="*/ 1120775 h 2784475"/>
              <a:gd name="connsiteX4" fmla="*/ 4957762 w 4958207"/>
              <a:gd name="connsiteY4" fmla="*/ 2784475 h 2784475"/>
              <a:gd name="connsiteX5" fmla="*/ 3776662 w 4958207"/>
              <a:gd name="connsiteY5" fmla="*/ 1323975 h 2784475"/>
              <a:gd name="connsiteX6" fmla="*/ 3757612 w 4958207"/>
              <a:gd name="connsiteY6" fmla="*/ 2784475 h 2784475"/>
              <a:gd name="connsiteX7" fmla="*/ 0 w 4958207"/>
              <a:gd name="connsiteY7" fmla="*/ 2784475 h 2784475"/>
              <a:gd name="connsiteX8" fmla="*/ 0 w 4958207"/>
              <a:gd name="connsiteY8" fmla="*/ 0 h 2784475"/>
              <a:gd name="connsiteX0" fmla="*/ 0 w 4957762"/>
              <a:gd name="connsiteY0" fmla="*/ 0 h 2784475"/>
              <a:gd name="connsiteX1" fmla="*/ 4957762 w 4957762"/>
              <a:gd name="connsiteY1" fmla="*/ 0 h 2784475"/>
              <a:gd name="connsiteX2" fmla="*/ 4947602 w 4957762"/>
              <a:gd name="connsiteY2" fmla="*/ 1067435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06526 w 4957762"/>
              <a:gd name="connsiteY3" fmla="*/ 1207090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36153"/>
              <a:gd name="connsiteY0" fmla="*/ 15828 h 2800303"/>
              <a:gd name="connsiteX1" fmla="*/ 4935603 w 4936153"/>
              <a:gd name="connsiteY1" fmla="*/ 0 h 2800303"/>
              <a:gd name="connsiteX2" fmla="*/ 4935116 w 4936153"/>
              <a:gd name="connsiteY2" fmla="*/ 1221868 h 2800303"/>
              <a:gd name="connsiteX3" fmla="*/ 3806526 w 4936153"/>
              <a:gd name="connsiteY3" fmla="*/ 1222918 h 2800303"/>
              <a:gd name="connsiteX4" fmla="*/ 3575009 w 4936153"/>
              <a:gd name="connsiteY4" fmla="*/ 1445393 h 2800303"/>
              <a:gd name="connsiteX5" fmla="*/ 3562093 w 4936153"/>
              <a:gd name="connsiteY5" fmla="*/ 2800303 h 2800303"/>
              <a:gd name="connsiteX6" fmla="*/ 0 w 4936153"/>
              <a:gd name="connsiteY6" fmla="*/ 2800303 h 2800303"/>
              <a:gd name="connsiteX7" fmla="*/ 0 w 4936153"/>
              <a:gd name="connsiteY7" fmla="*/ 15828 h 2800303"/>
              <a:gd name="connsiteX0" fmla="*/ 0 w 4939026"/>
              <a:gd name="connsiteY0" fmla="*/ 15828 h 2800303"/>
              <a:gd name="connsiteX1" fmla="*/ 4935603 w 4939026"/>
              <a:gd name="connsiteY1" fmla="*/ 0 h 2800303"/>
              <a:gd name="connsiteX2" fmla="*/ 4938281 w 4939026"/>
              <a:gd name="connsiteY2" fmla="*/ 1225034 h 2800303"/>
              <a:gd name="connsiteX3" fmla="*/ 3806526 w 4939026"/>
              <a:gd name="connsiteY3" fmla="*/ 1222918 h 2800303"/>
              <a:gd name="connsiteX4" fmla="*/ 3575009 w 4939026"/>
              <a:gd name="connsiteY4" fmla="*/ 1445393 h 2800303"/>
              <a:gd name="connsiteX5" fmla="*/ 3562093 w 4939026"/>
              <a:gd name="connsiteY5" fmla="*/ 2800303 h 2800303"/>
              <a:gd name="connsiteX6" fmla="*/ 0 w 4939026"/>
              <a:gd name="connsiteY6" fmla="*/ 2800303 h 2800303"/>
              <a:gd name="connsiteX7" fmla="*/ 0 w 4939026"/>
              <a:gd name="connsiteY7" fmla="*/ 15828 h 2800303"/>
              <a:gd name="connsiteX0" fmla="*/ 0 w 4942191"/>
              <a:gd name="connsiteY0" fmla="*/ 0 h 2806635"/>
              <a:gd name="connsiteX1" fmla="*/ 4938768 w 4942191"/>
              <a:gd name="connsiteY1" fmla="*/ 6332 h 2806635"/>
              <a:gd name="connsiteX2" fmla="*/ 4941446 w 4942191"/>
              <a:gd name="connsiteY2" fmla="*/ 1231366 h 2806635"/>
              <a:gd name="connsiteX3" fmla="*/ 3809691 w 4942191"/>
              <a:gd name="connsiteY3" fmla="*/ 1229250 h 2806635"/>
              <a:gd name="connsiteX4" fmla="*/ 3578174 w 4942191"/>
              <a:gd name="connsiteY4" fmla="*/ 1451725 h 2806635"/>
              <a:gd name="connsiteX5" fmla="*/ 3565258 w 4942191"/>
              <a:gd name="connsiteY5" fmla="*/ 2806635 h 2806635"/>
              <a:gd name="connsiteX6" fmla="*/ 3165 w 4942191"/>
              <a:gd name="connsiteY6" fmla="*/ 2806635 h 2806635"/>
              <a:gd name="connsiteX7" fmla="*/ 0 w 4942191"/>
              <a:gd name="connsiteY7" fmla="*/ 0 h 280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2191" h="2806635">
                <a:moveTo>
                  <a:pt x="0" y="0"/>
                </a:moveTo>
                <a:lnTo>
                  <a:pt x="4938768" y="6332"/>
                </a:lnTo>
                <a:cubicBezTo>
                  <a:pt x="4935381" y="362144"/>
                  <a:pt x="4944833" y="875554"/>
                  <a:pt x="4941446" y="1231366"/>
                </a:cubicBezTo>
                <a:cubicBezTo>
                  <a:pt x="4939859" y="1228191"/>
                  <a:pt x="4017557" y="1231963"/>
                  <a:pt x="3809691" y="1229250"/>
                </a:cubicBezTo>
                <a:cubicBezTo>
                  <a:pt x="3799214" y="1230203"/>
                  <a:pt x="3626857" y="1242704"/>
                  <a:pt x="3578174" y="1451725"/>
                </a:cubicBezTo>
                <a:lnTo>
                  <a:pt x="3565258" y="2806635"/>
                </a:lnTo>
                <a:lnTo>
                  <a:pt x="3165" y="2806635"/>
                </a:lnTo>
                <a:lnTo>
                  <a:pt x="0" y="0"/>
                </a:ln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20" name="Content Placeholder 2">
            <a:extLst>
              <a:ext uri="{FF2B5EF4-FFF2-40B4-BE49-F238E27FC236}">
                <a16:creationId xmlns:a16="http://schemas.microsoft.com/office/drawing/2014/main" id="{CB1FDA8C-FF85-7644-85E0-5272276DF2C5}"/>
              </a:ext>
            </a:extLst>
          </p:cNvPr>
          <p:cNvSpPr>
            <a:spLocks noGrp="1"/>
          </p:cNvSpPr>
          <p:nvPr>
            <p:ph idx="1"/>
          </p:nvPr>
        </p:nvSpPr>
        <p:spPr>
          <a:xfrm>
            <a:off x="837813" y="2002116"/>
            <a:ext cx="4367233" cy="3991128"/>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EFAE0BAF-F4ED-0245-AC52-71EA0658B36C}"/>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itle 1">
            <a:extLst>
              <a:ext uri="{FF2B5EF4-FFF2-40B4-BE49-F238E27FC236}">
                <a16:creationId xmlns:a16="http://schemas.microsoft.com/office/drawing/2014/main" id="{518B5006-F66A-7549-8099-3EE67A7CCDF2}"/>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
        <p:nvSpPr>
          <p:cNvPr id="16" name="Slide Number Placeholder 6">
            <a:extLst>
              <a:ext uri="{FF2B5EF4-FFF2-40B4-BE49-F238E27FC236}">
                <a16:creationId xmlns:a16="http://schemas.microsoft.com/office/drawing/2014/main" id="{962C53A5-C77D-1641-96DA-6E100E80F102}"/>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7" name="Date Placeholder 2">
            <a:extLst>
              <a:ext uri="{FF2B5EF4-FFF2-40B4-BE49-F238E27FC236}">
                <a16:creationId xmlns:a16="http://schemas.microsoft.com/office/drawing/2014/main" id="{6E8E9C43-3E46-0945-80F9-41322D4FFF6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8" name="Footer Placeholder 3">
            <a:extLst>
              <a:ext uri="{FF2B5EF4-FFF2-40B4-BE49-F238E27FC236}">
                <a16:creationId xmlns:a16="http://schemas.microsoft.com/office/drawing/2014/main" id="{69575650-B0AA-8247-98CB-01C5554796EF}"/>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9" name="Picture 18">
            <a:extLst>
              <a:ext uri="{FF2B5EF4-FFF2-40B4-BE49-F238E27FC236}">
                <a16:creationId xmlns:a16="http://schemas.microsoft.com/office/drawing/2014/main" id="{1C0522AD-60C6-AF46-A32F-ADB7A981AD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4" name="Rounded Rectangle 23">
            <a:extLst>
              <a:ext uri="{FF2B5EF4-FFF2-40B4-BE49-F238E27FC236}">
                <a16:creationId xmlns:a16="http://schemas.microsoft.com/office/drawing/2014/main" id="{8F5D9680-26C3-284F-8336-3B563D87E7D8}"/>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94764531"/>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Webcam_Content,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8" name="Picture 17">
            <a:extLst>
              <a:ext uri="{FF2B5EF4-FFF2-40B4-BE49-F238E27FC236}">
                <a16:creationId xmlns:a16="http://schemas.microsoft.com/office/drawing/2014/main" id="{EE5CE196-0011-754D-A960-9F2D56174A2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446939" y="810770"/>
            <a:ext cx="3039498" cy="5814899"/>
          </a:xfrm>
          <a:prstGeom prst="rect">
            <a:avLst/>
          </a:prstGeom>
        </p:spPr>
      </p:pic>
      <p:sp>
        <p:nvSpPr>
          <p:cNvPr id="19" name="Picture Placeholder 5">
            <a:extLst>
              <a:ext uri="{FF2B5EF4-FFF2-40B4-BE49-F238E27FC236}">
                <a16:creationId xmlns:a16="http://schemas.microsoft.com/office/drawing/2014/main" id="{EA610CFB-B07B-E44C-9AFB-50C7783E6ADF}"/>
              </a:ext>
            </a:extLst>
          </p:cNvPr>
          <p:cNvSpPr>
            <a:spLocks noGrp="1"/>
          </p:cNvSpPr>
          <p:nvPr>
            <p:ph type="pic" sz="quarter" idx="44"/>
          </p:nvPr>
        </p:nvSpPr>
        <p:spPr>
          <a:xfrm>
            <a:off x="9892404" y="1243128"/>
            <a:ext cx="1224609" cy="485388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1222497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0 h 5343150"/>
              <a:gd name="connsiteX1" fmla="*/ 1222497 w 2504250"/>
              <a:gd name="connsiteY1" fmla="*/ 180859 h 5343150"/>
              <a:gd name="connsiteX2" fmla="*/ 1797081 w 2504250"/>
              <a:gd name="connsiteY2" fmla="*/ 186877 h 5343150"/>
              <a:gd name="connsiteX3" fmla="*/ 1924342 w 2504250"/>
              <a:gd name="connsiteY3" fmla="*/ 11525 h 5343150"/>
              <a:gd name="connsiteX4" fmla="*/ 2139267 w 2504250"/>
              <a:gd name="connsiteY4" fmla="*/ 12153 h 5343150"/>
              <a:gd name="connsiteX5" fmla="*/ 2504250 w 2504250"/>
              <a:gd name="connsiteY5" fmla="*/ 328524 h 5343150"/>
              <a:gd name="connsiteX6" fmla="*/ 2467790 w 2504250"/>
              <a:gd name="connsiteY6" fmla="*/ 5029415 h 5343150"/>
              <a:gd name="connsiteX7" fmla="*/ 2196871 w 2504250"/>
              <a:gd name="connsiteY7" fmla="*/ 5336792 h 5343150"/>
              <a:gd name="connsiteX8" fmla="*/ 307378 w 2504250"/>
              <a:gd name="connsiteY8" fmla="*/ 5342868 h 5343150"/>
              <a:gd name="connsiteX9" fmla="*/ 0 w 2504250"/>
              <a:gd name="connsiteY9" fmla="*/ 5005110 h 5343150"/>
              <a:gd name="connsiteX10" fmla="*/ 42536 w 2504250"/>
              <a:gd name="connsiteY10" fmla="*/ 334600 h 5343150"/>
              <a:gd name="connsiteX11" fmla="*/ 377136 w 2504250"/>
              <a:gd name="connsiteY11" fmla="*/ 0 h 5343150"/>
              <a:gd name="connsiteX0" fmla="*/ 42536 w 2504250"/>
              <a:gd name="connsiteY0" fmla="*/ 395493 h 5404043"/>
              <a:gd name="connsiteX1" fmla="*/ 1222497 w 2504250"/>
              <a:gd name="connsiteY1" fmla="*/ 241752 h 5404043"/>
              <a:gd name="connsiteX2" fmla="*/ 1797081 w 2504250"/>
              <a:gd name="connsiteY2" fmla="*/ 247770 h 5404043"/>
              <a:gd name="connsiteX3" fmla="*/ 1924342 w 2504250"/>
              <a:gd name="connsiteY3" fmla="*/ 72418 h 5404043"/>
              <a:gd name="connsiteX4" fmla="*/ 2139267 w 2504250"/>
              <a:gd name="connsiteY4" fmla="*/ 73046 h 5404043"/>
              <a:gd name="connsiteX5" fmla="*/ 2504250 w 2504250"/>
              <a:gd name="connsiteY5" fmla="*/ 389417 h 5404043"/>
              <a:gd name="connsiteX6" fmla="*/ 2467790 w 2504250"/>
              <a:gd name="connsiteY6" fmla="*/ 5090308 h 5404043"/>
              <a:gd name="connsiteX7" fmla="*/ 2196871 w 2504250"/>
              <a:gd name="connsiteY7" fmla="*/ 5397685 h 5404043"/>
              <a:gd name="connsiteX8" fmla="*/ 307378 w 2504250"/>
              <a:gd name="connsiteY8" fmla="*/ 5403761 h 5404043"/>
              <a:gd name="connsiteX9" fmla="*/ 0 w 2504250"/>
              <a:gd name="connsiteY9" fmla="*/ 5066003 h 5404043"/>
              <a:gd name="connsiteX10" fmla="*/ 42536 w 2504250"/>
              <a:gd name="connsiteY10" fmla="*/ 395493 h 5404043"/>
              <a:gd name="connsiteX0" fmla="*/ 0 w 2504250"/>
              <a:gd name="connsiteY0" fmla="*/ 4996017 h 5334057"/>
              <a:gd name="connsiteX1" fmla="*/ 1222497 w 2504250"/>
              <a:gd name="connsiteY1" fmla="*/ 171766 h 5334057"/>
              <a:gd name="connsiteX2" fmla="*/ 1797081 w 2504250"/>
              <a:gd name="connsiteY2" fmla="*/ 177784 h 5334057"/>
              <a:gd name="connsiteX3" fmla="*/ 1924342 w 2504250"/>
              <a:gd name="connsiteY3" fmla="*/ 2432 h 5334057"/>
              <a:gd name="connsiteX4" fmla="*/ 2139267 w 2504250"/>
              <a:gd name="connsiteY4" fmla="*/ 3060 h 5334057"/>
              <a:gd name="connsiteX5" fmla="*/ 2504250 w 2504250"/>
              <a:gd name="connsiteY5" fmla="*/ 319431 h 5334057"/>
              <a:gd name="connsiteX6" fmla="*/ 2467790 w 2504250"/>
              <a:gd name="connsiteY6" fmla="*/ 5020322 h 5334057"/>
              <a:gd name="connsiteX7" fmla="*/ 2196871 w 2504250"/>
              <a:gd name="connsiteY7" fmla="*/ 5327699 h 5334057"/>
              <a:gd name="connsiteX8" fmla="*/ 307378 w 2504250"/>
              <a:gd name="connsiteY8" fmla="*/ 5333775 h 5334057"/>
              <a:gd name="connsiteX9" fmla="*/ 0 w 2504250"/>
              <a:gd name="connsiteY9" fmla="*/ 4996017 h 5334057"/>
              <a:gd name="connsiteX0" fmla="*/ 20907 w 2217779"/>
              <a:gd name="connsiteY0" fmla="*/ 5333775 h 5333776"/>
              <a:gd name="connsiteX1" fmla="*/ 936026 w 2217779"/>
              <a:gd name="connsiteY1" fmla="*/ 171766 h 5333776"/>
              <a:gd name="connsiteX2" fmla="*/ 1510610 w 2217779"/>
              <a:gd name="connsiteY2" fmla="*/ 177784 h 5333776"/>
              <a:gd name="connsiteX3" fmla="*/ 1637871 w 2217779"/>
              <a:gd name="connsiteY3" fmla="*/ 2432 h 5333776"/>
              <a:gd name="connsiteX4" fmla="*/ 1852796 w 2217779"/>
              <a:gd name="connsiteY4" fmla="*/ 3060 h 5333776"/>
              <a:gd name="connsiteX5" fmla="*/ 2217779 w 2217779"/>
              <a:gd name="connsiteY5" fmla="*/ 319431 h 5333776"/>
              <a:gd name="connsiteX6" fmla="*/ 2181319 w 2217779"/>
              <a:gd name="connsiteY6" fmla="*/ 5020322 h 5333776"/>
              <a:gd name="connsiteX7" fmla="*/ 1910400 w 2217779"/>
              <a:gd name="connsiteY7" fmla="*/ 5327699 h 5333776"/>
              <a:gd name="connsiteX8" fmla="*/ 20907 w 2217779"/>
              <a:gd name="connsiteY8" fmla="*/ 5333775 h 5333776"/>
              <a:gd name="connsiteX0" fmla="*/ 126421 w 1463629"/>
              <a:gd name="connsiteY0" fmla="*/ 5311919 h 5327699"/>
              <a:gd name="connsiteX1" fmla="*/ 181876 w 1463629"/>
              <a:gd name="connsiteY1" fmla="*/ 171766 h 5327699"/>
              <a:gd name="connsiteX2" fmla="*/ 756460 w 1463629"/>
              <a:gd name="connsiteY2" fmla="*/ 177784 h 5327699"/>
              <a:gd name="connsiteX3" fmla="*/ 883721 w 1463629"/>
              <a:gd name="connsiteY3" fmla="*/ 2432 h 5327699"/>
              <a:gd name="connsiteX4" fmla="*/ 1098646 w 1463629"/>
              <a:gd name="connsiteY4" fmla="*/ 3060 h 5327699"/>
              <a:gd name="connsiteX5" fmla="*/ 1463629 w 1463629"/>
              <a:gd name="connsiteY5" fmla="*/ 319431 h 5327699"/>
              <a:gd name="connsiteX6" fmla="*/ 1427169 w 1463629"/>
              <a:gd name="connsiteY6" fmla="*/ 5020322 h 5327699"/>
              <a:gd name="connsiteX7" fmla="*/ 1156250 w 1463629"/>
              <a:gd name="connsiteY7" fmla="*/ 5327699 h 5327699"/>
              <a:gd name="connsiteX8" fmla="*/ 126421 w 1463629"/>
              <a:gd name="connsiteY8" fmla="*/ 5311919 h 5327699"/>
              <a:gd name="connsiteX0" fmla="*/ 45351 w 1382559"/>
              <a:gd name="connsiteY0" fmla="*/ 5311919 h 5327699"/>
              <a:gd name="connsiteX1" fmla="*/ 100806 w 1382559"/>
              <a:gd name="connsiteY1" fmla="*/ 171766 h 5327699"/>
              <a:gd name="connsiteX2" fmla="*/ 675390 w 1382559"/>
              <a:gd name="connsiteY2" fmla="*/ 177784 h 5327699"/>
              <a:gd name="connsiteX3" fmla="*/ 802651 w 1382559"/>
              <a:gd name="connsiteY3" fmla="*/ 2432 h 5327699"/>
              <a:gd name="connsiteX4" fmla="*/ 1017576 w 1382559"/>
              <a:gd name="connsiteY4" fmla="*/ 3060 h 5327699"/>
              <a:gd name="connsiteX5" fmla="*/ 1382559 w 1382559"/>
              <a:gd name="connsiteY5" fmla="*/ 319431 h 5327699"/>
              <a:gd name="connsiteX6" fmla="*/ 1346099 w 1382559"/>
              <a:gd name="connsiteY6" fmla="*/ 5020322 h 5327699"/>
              <a:gd name="connsiteX7" fmla="*/ 1075180 w 1382559"/>
              <a:gd name="connsiteY7" fmla="*/ 5327699 h 5327699"/>
              <a:gd name="connsiteX8" fmla="*/ 45351 w 1382559"/>
              <a:gd name="connsiteY8" fmla="*/ 5311919 h 5327699"/>
              <a:gd name="connsiteX0" fmla="*/ 0 w 1337208"/>
              <a:gd name="connsiteY0" fmla="*/ 5311919 h 5327699"/>
              <a:gd name="connsiteX1" fmla="*/ 55455 w 1337208"/>
              <a:gd name="connsiteY1" fmla="*/ 171766 h 5327699"/>
              <a:gd name="connsiteX2" fmla="*/ 630039 w 1337208"/>
              <a:gd name="connsiteY2" fmla="*/ 177784 h 5327699"/>
              <a:gd name="connsiteX3" fmla="*/ 757300 w 1337208"/>
              <a:gd name="connsiteY3" fmla="*/ 2432 h 5327699"/>
              <a:gd name="connsiteX4" fmla="*/ 972225 w 1337208"/>
              <a:gd name="connsiteY4" fmla="*/ 3060 h 5327699"/>
              <a:gd name="connsiteX5" fmla="*/ 1337208 w 1337208"/>
              <a:gd name="connsiteY5" fmla="*/ 319431 h 5327699"/>
              <a:gd name="connsiteX6" fmla="*/ 1300748 w 1337208"/>
              <a:gd name="connsiteY6" fmla="*/ 5020322 h 5327699"/>
              <a:gd name="connsiteX7" fmla="*/ 1029829 w 1337208"/>
              <a:gd name="connsiteY7" fmla="*/ 5327699 h 5327699"/>
              <a:gd name="connsiteX8" fmla="*/ 0 w 1337208"/>
              <a:gd name="connsiteY8" fmla="*/ 5311919 h 5327699"/>
              <a:gd name="connsiteX0" fmla="*/ 62073 w 1399281"/>
              <a:gd name="connsiteY0" fmla="*/ 5311919 h 5327699"/>
              <a:gd name="connsiteX1" fmla="*/ 116007 w 1399281"/>
              <a:gd name="connsiteY1" fmla="*/ 1356991 h 5327699"/>
              <a:gd name="connsiteX2" fmla="*/ 117528 w 1399281"/>
              <a:gd name="connsiteY2" fmla="*/ 171766 h 5327699"/>
              <a:gd name="connsiteX3" fmla="*/ 692112 w 1399281"/>
              <a:gd name="connsiteY3" fmla="*/ 177784 h 5327699"/>
              <a:gd name="connsiteX4" fmla="*/ 819373 w 1399281"/>
              <a:gd name="connsiteY4" fmla="*/ 2432 h 5327699"/>
              <a:gd name="connsiteX5" fmla="*/ 1034298 w 1399281"/>
              <a:gd name="connsiteY5" fmla="*/ 3060 h 5327699"/>
              <a:gd name="connsiteX6" fmla="*/ 1399281 w 1399281"/>
              <a:gd name="connsiteY6" fmla="*/ 319431 h 5327699"/>
              <a:gd name="connsiteX7" fmla="*/ 1362821 w 1399281"/>
              <a:gd name="connsiteY7" fmla="*/ 5020322 h 5327699"/>
              <a:gd name="connsiteX8" fmla="*/ 1091902 w 1399281"/>
              <a:gd name="connsiteY8" fmla="*/ 5327699 h 5327699"/>
              <a:gd name="connsiteX9" fmla="*/ 62073 w 1399281"/>
              <a:gd name="connsiteY9" fmla="*/ 5311919 h 5327699"/>
              <a:gd name="connsiteX0" fmla="*/ 73375 w 1410583"/>
              <a:gd name="connsiteY0" fmla="*/ 5311919 h 5327699"/>
              <a:gd name="connsiteX1" fmla="*/ 88259 w 1410583"/>
              <a:gd name="connsiteY1" fmla="*/ 2319596 h 5327699"/>
              <a:gd name="connsiteX2" fmla="*/ 127309 w 1410583"/>
              <a:gd name="connsiteY2" fmla="*/ 1356991 h 5327699"/>
              <a:gd name="connsiteX3" fmla="*/ 128830 w 1410583"/>
              <a:gd name="connsiteY3" fmla="*/ 171766 h 5327699"/>
              <a:gd name="connsiteX4" fmla="*/ 703414 w 1410583"/>
              <a:gd name="connsiteY4" fmla="*/ 177784 h 5327699"/>
              <a:gd name="connsiteX5" fmla="*/ 830675 w 1410583"/>
              <a:gd name="connsiteY5" fmla="*/ 2432 h 5327699"/>
              <a:gd name="connsiteX6" fmla="*/ 1045600 w 1410583"/>
              <a:gd name="connsiteY6" fmla="*/ 3060 h 5327699"/>
              <a:gd name="connsiteX7" fmla="*/ 1410583 w 1410583"/>
              <a:gd name="connsiteY7" fmla="*/ 319431 h 5327699"/>
              <a:gd name="connsiteX8" fmla="*/ 1374123 w 1410583"/>
              <a:gd name="connsiteY8" fmla="*/ 5020322 h 5327699"/>
              <a:gd name="connsiteX9" fmla="*/ 1103204 w 1410583"/>
              <a:gd name="connsiteY9" fmla="*/ 5327699 h 5327699"/>
              <a:gd name="connsiteX10" fmla="*/ 73375 w 1410583"/>
              <a:gd name="connsiteY10" fmla="*/ 5311919 h 5327699"/>
              <a:gd name="connsiteX0" fmla="*/ 49199 w 1386407"/>
              <a:gd name="connsiteY0" fmla="*/ 5311919 h 5327699"/>
              <a:gd name="connsiteX1" fmla="*/ 209636 w 1386407"/>
              <a:gd name="connsiteY1" fmla="*/ 2319596 h 5327699"/>
              <a:gd name="connsiteX2" fmla="*/ 103133 w 1386407"/>
              <a:gd name="connsiteY2" fmla="*/ 1356991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92483 w 1386407"/>
              <a:gd name="connsiteY2" fmla="*/ 768732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138634 w 1386407"/>
              <a:gd name="connsiteY2" fmla="*/ 1314208 h 5327699"/>
              <a:gd name="connsiteX3" fmla="*/ 92483 w 1386407"/>
              <a:gd name="connsiteY3" fmla="*/ 768732 h 5327699"/>
              <a:gd name="connsiteX4" fmla="*/ 104654 w 1386407"/>
              <a:gd name="connsiteY4" fmla="*/ 171766 h 5327699"/>
              <a:gd name="connsiteX5" fmla="*/ 679238 w 1386407"/>
              <a:gd name="connsiteY5" fmla="*/ 177784 h 5327699"/>
              <a:gd name="connsiteX6" fmla="*/ 806499 w 1386407"/>
              <a:gd name="connsiteY6" fmla="*/ 2432 h 5327699"/>
              <a:gd name="connsiteX7" fmla="*/ 1021424 w 1386407"/>
              <a:gd name="connsiteY7" fmla="*/ 3060 h 5327699"/>
              <a:gd name="connsiteX8" fmla="*/ 1386407 w 1386407"/>
              <a:gd name="connsiteY8" fmla="*/ 319431 h 5327699"/>
              <a:gd name="connsiteX9" fmla="*/ 1349947 w 1386407"/>
              <a:gd name="connsiteY9" fmla="*/ 5020322 h 5327699"/>
              <a:gd name="connsiteX10" fmla="*/ 1079028 w 1386407"/>
              <a:gd name="connsiteY10" fmla="*/ 5327699 h 5327699"/>
              <a:gd name="connsiteX11" fmla="*/ 49199 w 1386407"/>
              <a:gd name="connsiteY11" fmla="*/ 5311919 h 5327699"/>
              <a:gd name="connsiteX0" fmla="*/ 49199 w 1386407"/>
              <a:gd name="connsiteY0" fmla="*/ 5311919 h 5327699"/>
              <a:gd name="connsiteX1" fmla="*/ 209636 w 1386407"/>
              <a:gd name="connsiteY1" fmla="*/ 2319596 h 5327699"/>
              <a:gd name="connsiteX2" fmla="*/ 195436 w 1386407"/>
              <a:gd name="connsiteY2" fmla="*/ 1770555 h 5327699"/>
              <a:gd name="connsiteX3" fmla="*/ 138634 w 1386407"/>
              <a:gd name="connsiteY3" fmla="*/ 1314208 h 5327699"/>
              <a:gd name="connsiteX4" fmla="*/ 92483 w 1386407"/>
              <a:gd name="connsiteY4" fmla="*/ 768732 h 5327699"/>
              <a:gd name="connsiteX5" fmla="*/ 104654 w 1386407"/>
              <a:gd name="connsiteY5" fmla="*/ 171766 h 5327699"/>
              <a:gd name="connsiteX6" fmla="*/ 679238 w 1386407"/>
              <a:gd name="connsiteY6" fmla="*/ 177784 h 5327699"/>
              <a:gd name="connsiteX7" fmla="*/ 806499 w 1386407"/>
              <a:gd name="connsiteY7" fmla="*/ 2432 h 5327699"/>
              <a:gd name="connsiteX8" fmla="*/ 1021424 w 1386407"/>
              <a:gd name="connsiteY8" fmla="*/ 3060 h 5327699"/>
              <a:gd name="connsiteX9" fmla="*/ 1386407 w 1386407"/>
              <a:gd name="connsiteY9" fmla="*/ 319431 h 5327699"/>
              <a:gd name="connsiteX10" fmla="*/ 1349947 w 1386407"/>
              <a:gd name="connsiteY10" fmla="*/ 5020322 h 5327699"/>
              <a:gd name="connsiteX11" fmla="*/ 1079028 w 1386407"/>
              <a:gd name="connsiteY11" fmla="*/ 5327699 h 5327699"/>
              <a:gd name="connsiteX12" fmla="*/ 49199 w 1386407"/>
              <a:gd name="connsiteY12"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8634 w 1386407"/>
              <a:gd name="connsiteY4" fmla="*/ 1314208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24433 w 1386407"/>
              <a:gd name="connsiteY4" fmla="*/ 80081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64187 w 1401395"/>
              <a:gd name="connsiteY0" fmla="*/ 5311919 h 5327699"/>
              <a:gd name="connsiteX1" fmla="*/ 121671 w 1401395"/>
              <a:gd name="connsiteY1" fmla="*/ 1524556 h 5327699"/>
              <a:gd name="connsiteX2" fmla="*/ 150072 w 1401395"/>
              <a:gd name="connsiteY2" fmla="*/ 1406903 h 5327699"/>
              <a:gd name="connsiteX3" fmla="*/ 135871 w 1401395"/>
              <a:gd name="connsiteY3" fmla="*/ 975514 h 5327699"/>
              <a:gd name="connsiteX4" fmla="*/ 125219 w 1401395"/>
              <a:gd name="connsiteY4" fmla="*/ 786558 h 5327699"/>
              <a:gd name="connsiteX5" fmla="*/ 111020 w 1401395"/>
              <a:gd name="connsiteY5" fmla="*/ 668905 h 5327699"/>
              <a:gd name="connsiteX6" fmla="*/ 119642 w 1401395"/>
              <a:gd name="connsiteY6" fmla="*/ 171766 h 5327699"/>
              <a:gd name="connsiteX7" fmla="*/ 694226 w 1401395"/>
              <a:gd name="connsiteY7" fmla="*/ 177784 h 5327699"/>
              <a:gd name="connsiteX8" fmla="*/ 821487 w 1401395"/>
              <a:gd name="connsiteY8" fmla="*/ 2432 h 5327699"/>
              <a:gd name="connsiteX9" fmla="*/ 1036412 w 1401395"/>
              <a:gd name="connsiteY9" fmla="*/ 3060 h 5327699"/>
              <a:gd name="connsiteX10" fmla="*/ 1401395 w 1401395"/>
              <a:gd name="connsiteY10" fmla="*/ 319431 h 5327699"/>
              <a:gd name="connsiteX11" fmla="*/ 1364935 w 1401395"/>
              <a:gd name="connsiteY11" fmla="*/ 5020322 h 5327699"/>
              <a:gd name="connsiteX12" fmla="*/ 1094016 w 1401395"/>
              <a:gd name="connsiteY12" fmla="*/ 5327699 h 5327699"/>
              <a:gd name="connsiteX13" fmla="*/ 64187 w 1401395"/>
              <a:gd name="connsiteY13" fmla="*/ 5311919 h 5327699"/>
              <a:gd name="connsiteX0" fmla="*/ 64188 w 1401396"/>
              <a:gd name="connsiteY0" fmla="*/ 5311919 h 5327699"/>
              <a:gd name="connsiteX1" fmla="*/ 121672 w 1401396"/>
              <a:gd name="connsiteY1" fmla="*/ 1524556 h 5327699"/>
              <a:gd name="connsiteX2" fmla="*/ 150073 w 1401396"/>
              <a:gd name="connsiteY2" fmla="*/ 1406903 h 5327699"/>
              <a:gd name="connsiteX3" fmla="*/ 135872 w 1401396"/>
              <a:gd name="connsiteY3" fmla="*/ 975514 h 5327699"/>
              <a:gd name="connsiteX4" fmla="*/ 125220 w 1401396"/>
              <a:gd name="connsiteY4" fmla="*/ 786558 h 5327699"/>
              <a:gd name="connsiteX5" fmla="*/ 111021 w 1401396"/>
              <a:gd name="connsiteY5" fmla="*/ 668905 h 5327699"/>
              <a:gd name="connsiteX6" fmla="*/ 119643 w 1401396"/>
              <a:gd name="connsiteY6" fmla="*/ 171766 h 5327699"/>
              <a:gd name="connsiteX7" fmla="*/ 694227 w 1401396"/>
              <a:gd name="connsiteY7" fmla="*/ 177784 h 5327699"/>
              <a:gd name="connsiteX8" fmla="*/ 821488 w 1401396"/>
              <a:gd name="connsiteY8" fmla="*/ 2432 h 5327699"/>
              <a:gd name="connsiteX9" fmla="*/ 1036413 w 1401396"/>
              <a:gd name="connsiteY9" fmla="*/ 3060 h 5327699"/>
              <a:gd name="connsiteX10" fmla="*/ 1401396 w 1401396"/>
              <a:gd name="connsiteY10" fmla="*/ 319431 h 5327699"/>
              <a:gd name="connsiteX11" fmla="*/ 1364936 w 1401396"/>
              <a:gd name="connsiteY11" fmla="*/ 5020322 h 5327699"/>
              <a:gd name="connsiteX12" fmla="*/ 1094017 w 1401396"/>
              <a:gd name="connsiteY12" fmla="*/ 5327699 h 5327699"/>
              <a:gd name="connsiteX13" fmla="*/ 64188 w 1401396"/>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2656 w 1399864"/>
              <a:gd name="connsiteY0" fmla="*/ 5311919 h 5327699"/>
              <a:gd name="connsiteX1" fmla="*/ 109490 w 1399864"/>
              <a:gd name="connsiteY1" fmla="*/ 1531686 h 5327699"/>
              <a:gd name="connsiteX2" fmla="*/ 148541 w 1399864"/>
              <a:gd name="connsiteY2" fmla="*/ 1406903 h 5327699"/>
              <a:gd name="connsiteX3" fmla="*/ 134340 w 1399864"/>
              <a:gd name="connsiteY3" fmla="*/ 975514 h 5327699"/>
              <a:gd name="connsiteX4" fmla="*/ 123688 w 1399864"/>
              <a:gd name="connsiteY4" fmla="*/ 786558 h 5327699"/>
              <a:gd name="connsiteX5" fmla="*/ 109489 w 1399864"/>
              <a:gd name="connsiteY5" fmla="*/ 668905 h 5327699"/>
              <a:gd name="connsiteX6" fmla="*/ 118111 w 1399864"/>
              <a:gd name="connsiteY6" fmla="*/ 171766 h 5327699"/>
              <a:gd name="connsiteX7" fmla="*/ 692695 w 1399864"/>
              <a:gd name="connsiteY7" fmla="*/ 177784 h 5327699"/>
              <a:gd name="connsiteX8" fmla="*/ 819956 w 1399864"/>
              <a:gd name="connsiteY8" fmla="*/ 2432 h 5327699"/>
              <a:gd name="connsiteX9" fmla="*/ 1034881 w 1399864"/>
              <a:gd name="connsiteY9" fmla="*/ 3060 h 5327699"/>
              <a:gd name="connsiteX10" fmla="*/ 1399864 w 1399864"/>
              <a:gd name="connsiteY10" fmla="*/ 319431 h 5327699"/>
              <a:gd name="connsiteX11" fmla="*/ 1363404 w 1399864"/>
              <a:gd name="connsiteY11" fmla="*/ 5020322 h 5327699"/>
              <a:gd name="connsiteX12" fmla="*/ 1092485 w 1399864"/>
              <a:gd name="connsiteY12" fmla="*/ 5327699 h 5327699"/>
              <a:gd name="connsiteX13" fmla="*/ 62656 w 1399864"/>
              <a:gd name="connsiteY13" fmla="*/ 5311919 h 5327699"/>
              <a:gd name="connsiteX0" fmla="*/ 62015 w 1402774"/>
              <a:gd name="connsiteY0" fmla="*/ 5336875 h 5336875"/>
              <a:gd name="connsiteX1" fmla="*/ 112400 w 1402774"/>
              <a:gd name="connsiteY1" fmla="*/ 1531686 h 5336875"/>
              <a:gd name="connsiteX2" fmla="*/ 151451 w 1402774"/>
              <a:gd name="connsiteY2" fmla="*/ 1406903 h 5336875"/>
              <a:gd name="connsiteX3" fmla="*/ 137250 w 1402774"/>
              <a:gd name="connsiteY3" fmla="*/ 975514 h 5336875"/>
              <a:gd name="connsiteX4" fmla="*/ 126598 w 1402774"/>
              <a:gd name="connsiteY4" fmla="*/ 786558 h 5336875"/>
              <a:gd name="connsiteX5" fmla="*/ 112399 w 1402774"/>
              <a:gd name="connsiteY5" fmla="*/ 668905 h 5336875"/>
              <a:gd name="connsiteX6" fmla="*/ 121021 w 1402774"/>
              <a:gd name="connsiteY6" fmla="*/ 171766 h 5336875"/>
              <a:gd name="connsiteX7" fmla="*/ 695605 w 1402774"/>
              <a:gd name="connsiteY7" fmla="*/ 177784 h 5336875"/>
              <a:gd name="connsiteX8" fmla="*/ 822866 w 1402774"/>
              <a:gd name="connsiteY8" fmla="*/ 2432 h 5336875"/>
              <a:gd name="connsiteX9" fmla="*/ 1037791 w 1402774"/>
              <a:gd name="connsiteY9" fmla="*/ 3060 h 5336875"/>
              <a:gd name="connsiteX10" fmla="*/ 1402774 w 1402774"/>
              <a:gd name="connsiteY10" fmla="*/ 319431 h 5336875"/>
              <a:gd name="connsiteX11" fmla="*/ 1366314 w 1402774"/>
              <a:gd name="connsiteY11" fmla="*/ 5020322 h 5336875"/>
              <a:gd name="connsiteX12" fmla="*/ 1095395 w 1402774"/>
              <a:gd name="connsiteY12" fmla="*/ 5327699 h 5336875"/>
              <a:gd name="connsiteX13" fmla="*/ 62015 w 1402774"/>
              <a:gd name="connsiteY13" fmla="*/ 5336875 h 5336875"/>
              <a:gd name="connsiteX0" fmla="*/ 0 w 1340759"/>
              <a:gd name="connsiteY0" fmla="*/ 5336875 h 5336875"/>
              <a:gd name="connsiteX1" fmla="*/ 50385 w 1340759"/>
              <a:gd name="connsiteY1" fmla="*/ 1531686 h 5336875"/>
              <a:gd name="connsiteX2" fmla="*/ 89436 w 1340759"/>
              <a:gd name="connsiteY2" fmla="*/ 1406903 h 5336875"/>
              <a:gd name="connsiteX3" fmla="*/ 75235 w 1340759"/>
              <a:gd name="connsiteY3" fmla="*/ 975514 h 5336875"/>
              <a:gd name="connsiteX4" fmla="*/ 64583 w 1340759"/>
              <a:gd name="connsiteY4" fmla="*/ 786558 h 5336875"/>
              <a:gd name="connsiteX5" fmla="*/ 50384 w 1340759"/>
              <a:gd name="connsiteY5" fmla="*/ 668905 h 5336875"/>
              <a:gd name="connsiteX6" fmla="*/ 59006 w 1340759"/>
              <a:gd name="connsiteY6" fmla="*/ 171766 h 5336875"/>
              <a:gd name="connsiteX7" fmla="*/ 633590 w 1340759"/>
              <a:gd name="connsiteY7" fmla="*/ 177784 h 5336875"/>
              <a:gd name="connsiteX8" fmla="*/ 760851 w 1340759"/>
              <a:gd name="connsiteY8" fmla="*/ 2432 h 5336875"/>
              <a:gd name="connsiteX9" fmla="*/ 975776 w 1340759"/>
              <a:gd name="connsiteY9" fmla="*/ 3060 h 5336875"/>
              <a:gd name="connsiteX10" fmla="*/ 1340759 w 1340759"/>
              <a:gd name="connsiteY10" fmla="*/ 319431 h 5336875"/>
              <a:gd name="connsiteX11" fmla="*/ 1304299 w 1340759"/>
              <a:gd name="connsiteY11" fmla="*/ 5020322 h 5336875"/>
              <a:gd name="connsiteX12" fmla="*/ 1033380 w 1340759"/>
              <a:gd name="connsiteY12" fmla="*/ 5327699 h 5336875"/>
              <a:gd name="connsiteX13" fmla="*/ 0 w 1340759"/>
              <a:gd name="connsiteY13" fmla="*/ 5336875 h 5336875"/>
              <a:gd name="connsiteX0" fmla="*/ 66056 w 1406815"/>
              <a:gd name="connsiteY0" fmla="*/ 5336875 h 5350121"/>
              <a:gd name="connsiteX1" fmla="*/ 105792 w 1406815"/>
              <a:gd name="connsiteY1" fmla="*/ 4932891 h 5350121"/>
              <a:gd name="connsiteX2" fmla="*/ 116441 w 1406815"/>
              <a:gd name="connsiteY2" fmla="*/ 1531686 h 5350121"/>
              <a:gd name="connsiteX3" fmla="*/ 155492 w 1406815"/>
              <a:gd name="connsiteY3" fmla="*/ 1406903 h 5350121"/>
              <a:gd name="connsiteX4" fmla="*/ 141291 w 1406815"/>
              <a:gd name="connsiteY4" fmla="*/ 975514 h 5350121"/>
              <a:gd name="connsiteX5" fmla="*/ 130639 w 1406815"/>
              <a:gd name="connsiteY5" fmla="*/ 786558 h 5350121"/>
              <a:gd name="connsiteX6" fmla="*/ 116440 w 1406815"/>
              <a:gd name="connsiteY6" fmla="*/ 668905 h 5350121"/>
              <a:gd name="connsiteX7" fmla="*/ 125062 w 1406815"/>
              <a:gd name="connsiteY7" fmla="*/ 171766 h 5350121"/>
              <a:gd name="connsiteX8" fmla="*/ 699646 w 1406815"/>
              <a:gd name="connsiteY8" fmla="*/ 177784 h 5350121"/>
              <a:gd name="connsiteX9" fmla="*/ 826907 w 1406815"/>
              <a:gd name="connsiteY9" fmla="*/ 2432 h 5350121"/>
              <a:gd name="connsiteX10" fmla="*/ 1041832 w 1406815"/>
              <a:gd name="connsiteY10" fmla="*/ 3060 h 5350121"/>
              <a:gd name="connsiteX11" fmla="*/ 1406815 w 1406815"/>
              <a:gd name="connsiteY11" fmla="*/ 319431 h 5350121"/>
              <a:gd name="connsiteX12" fmla="*/ 1370355 w 1406815"/>
              <a:gd name="connsiteY12" fmla="*/ 5020322 h 5350121"/>
              <a:gd name="connsiteX13" fmla="*/ 1099436 w 1406815"/>
              <a:gd name="connsiteY13" fmla="*/ 5327699 h 5350121"/>
              <a:gd name="connsiteX14" fmla="*/ 66056 w 1406815"/>
              <a:gd name="connsiteY14" fmla="*/ 5336875 h 5350121"/>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759" h="5336875">
                <a:moveTo>
                  <a:pt x="0" y="5336875"/>
                </a:moveTo>
                <a:cubicBezTo>
                  <a:pt x="47399" y="5278205"/>
                  <a:pt x="38439" y="5003786"/>
                  <a:pt x="39736" y="4932891"/>
                </a:cubicBezTo>
                <a:cubicBezTo>
                  <a:pt x="26833" y="4302259"/>
                  <a:pt x="42102" y="2119351"/>
                  <a:pt x="50385" y="1531686"/>
                </a:cubicBezTo>
                <a:cubicBezTo>
                  <a:pt x="46949" y="1472081"/>
                  <a:pt x="70501" y="1548323"/>
                  <a:pt x="71685" y="1410469"/>
                </a:cubicBezTo>
                <a:cubicBezTo>
                  <a:pt x="69318" y="1372441"/>
                  <a:pt x="68727" y="1081877"/>
                  <a:pt x="64585" y="979080"/>
                </a:cubicBezTo>
                <a:cubicBezTo>
                  <a:pt x="60443" y="876283"/>
                  <a:pt x="85291" y="810921"/>
                  <a:pt x="46832" y="793688"/>
                </a:cubicBezTo>
                <a:cubicBezTo>
                  <a:pt x="47424" y="797848"/>
                  <a:pt x="56047" y="859312"/>
                  <a:pt x="50384" y="668905"/>
                </a:cubicBezTo>
                <a:cubicBezTo>
                  <a:pt x="55371" y="610410"/>
                  <a:pt x="51742" y="222128"/>
                  <a:pt x="59006" y="171766"/>
                </a:cubicBezTo>
                <a:lnTo>
                  <a:pt x="633590" y="177784"/>
                </a:lnTo>
                <a:cubicBezTo>
                  <a:pt x="771358" y="192096"/>
                  <a:pt x="765599" y="28514"/>
                  <a:pt x="760851" y="2432"/>
                </a:cubicBezTo>
                <a:cubicBezTo>
                  <a:pt x="871414" y="482"/>
                  <a:pt x="905403" y="-2175"/>
                  <a:pt x="975776" y="3060"/>
                </a:cubicBezTo>
                <a:cubicBezTo>
                  <a:pt x="1160570" y="3060"/>
                  <a:pt x="1340759" y="134637"/>
                  <a:pt x="1340759" y="319431"/>
                </a:cubicBezTo>
                <a:lnTo>
                  <a:pt x="1304299" y="5020322"/>
                </a:lnTo>
                <a:cubicBezTo>
                  <a:pt x="1311557" y="5225192"/>
                  <a:pt x="1223736" y="5327699"/>
                  <a:pt x="1033380" y="5327699"/>
                </a:cubicBezTo>
                <a:lnTo>
                  <a:pt x="0" y="5336875"/>
                </a:lnTo>
                <a:close/>
              </a:path>
            </a:pathLst>
          </a:custGeom>
          <a:pattFill prst="lgCheck">
            <a:fgClr>
              <a:schemeClr val="bg2"/>
            </a:fgClr>
            <a:bgClr>
              <a:schemeClr val="bg1"/>
            </a:bgClr>
          </a:pattFill>
        </p:spPr>
        <p:txBody>
          <a:bodyPr anchor="ctr"/>
          <a:lstStyle>
            <a:lvl1pPr marL="0" indent="0" algn="r">
              <a:buNone/>
              <a:defRPr b="1" i="0">
                <a:latin typeface="Sofia Pro Black" pitchFamily="2" charset="77"/>
              </a:defRPr>
            </a:lvl1pPr>
          </a:lstStyle>
          <a:p>
            <a:r>
              <a:rPr lang="en-US"/>
              <a:t>Click icon to add picture</a:t>
            </a:r>
          </a:p>
        </p:txBody>
      </p:sp>
      <p:pic>
        <p:nvPicPr>
          <p:cNvPr id="10" name="Picture 9">
            <a:extLst>
              <a:ext uri="{FF2B5EF4-FFF2-40B4-BE49-F238E27FC236}">
                <a16:creationId xmlns:a16="http://schemas.microsoft.com/office/drawing/2014/main" id="{8E178240-E1BC-CD49-A392-508444E9B47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784320" y="243748"/>
            <a:ext cx="3463490" cy="6626044"/>
          </a:xfrm>
          <a:prstGeom prst="rect">
            <a:avLst/>
          </a:prstGeom>
        </p:spPr>
      </p:pic>
      <p:sp>
        <p:nvSpPr>
          <p:cNvPr id="13" name="Picture Placeholder 5">
            <a:extLst>
              <a:ext uri="{FF2B5EF4-FFF2-40B4-BE49-F238E27FC236}">
                <a16:creationId xmlns:a16="http://schemas.microsoft.com/office/drawing/2014/main" id="{F446447F-1710-8A4F-8DF9-201178D75F04}"/>
              </a:ext>
            </a:extLst>
          </p:cNvPr>
          <p:cNvSpPr>
            <a:spLocks noGrp="1"/>
          </p:cNvSpPr>
          <p:nvPr>
            <p:ph type="pic" sz="quarter" idx="12"/>
          </p:nvPr>
        </p:nvSpPr>
        <p:spPr>
          <a:xfrm>
            <a:off x="7200891" y="743873"/>
            <a:ext cx="2608368" cy="5544818"/>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30" name="Content Placeholder 2">
            <a:extLst>
              <a:ext uri="{FF2B5EF4-FFF2-40B4-BE49-F238E27FC236}">
                <a16:creationId xmlns:a16="http://schemas.microsoft.com/office/drawing/2014/main" id="{3F443682-D51B-2345-8CE1-052BE31061D1}"/>
              </a:ext>
            </a:extLst>
          </p:cNvPr>
          <p:cNvSpPr>
            <a:spLocks noGrp="1"/>
          </p:cNvSpPr>
          <p:nvPr>
            <p:ph idx="1"/>
          </p:nvPr>
        </p:nvSpPr>
        <p:spPr>
          <a:xfrm>
            <a:off x="837813" y="2002115"/>
            <a:ext cx="5920796"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2">
            <a:extLst>
              <a:ext uri="{FF2B5EF4-FFF2-40B4-BE49-F238E27FC236}">
                <a16:creationId xmlns:a16="http://schemas.microsoft.com/office/drawing/2014/main" id="{55CF4F74-D0FB-B442-B1DA-C38FB1F9C1C2}"/>
              </a:ext>
            </a:extLst>
          </p:cNvPr>
          <p:cNvSpPr>
            <a:spLocks noGrp="1"/>
          </p:cNvSpPr>
          <p:nvPr>
            <p:ph type="body" idx="43"/>
          </p:nvPr>
        </p:nvSpPr>
        <p:spPr>
          <a:xfrm>
            <a:off x="837814" y="1647781"/>
            <a:ext cx="5897897"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Title 1">
            <a:extLst>
              <a:ext uri="{FF2B5EF4-FFF2-40B4-BE49-F238E27FC236}">
                <a16:creationId xmlns:a16="http://schemas.microsoft.com/office/drawing/2014/main" id="{69985DBA-6F5F-E740-9821-1E67FFDC41F1}"/>
              </a:ext>
            </a:extLst>
          </p:cNvPr>
          <p:cNvSpPr>
            <a:spLocks noGrp="1"/>
          </p:cNvSpPr>
          <p:nvPr>
            <p:ph type="title"/>
          </p:nvPr>
        </p:nvSpPr>
        <p:spPr>
          <a:xfrm>
            <a:off x="837811" y="406411"/>
            <a:ext cx="5920796" cy="996562"/>
          </a:xfrm>
        </p:spPr>
        <p:txBody>
          <a:bodyPr anchor="t">
            <a:noAutofit/>
          </a:bodyPr>
          <a:lstStyle>
            <a:lvl1pPr>
              <a:defRPr sz="3200"/>
            </a:lvl1pPr>
          </a:lstStyle>
          <a:p>
            <a:r>
              <a:rPr lang="en-US"/>
              <a:t>Click to edit Master title style</a:t>
            </a:r>
          </a:p>
        </p:txBody>
      </p:sp>
      <p:sp>
        <p:nvSpPr>
          <p:cNvPr id="14" name="Slide Number Placeholder 6">
            <a:extLst>
              <a:ext uri="{FF2B5EF4-FFF2-40B4-BE49-F238E27FC236}">
                <a16:creationId xmlns:a16="http://schemas.microsoft.com/office/drawing/2014/main" id="{7689CB39-1209-D242-B8A4-2658C66F9D0E}"/>
              </a:ext>
            </a:extLst>
          </p:cNvPr>
          <p:cNvSpPr>
            <a:spLocks noGrp="1"/>
          </p:cNvSpPr>
          <p:nvPr>
            <p:ph type="sldNum" sz="quarter" idx="45"/>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F4F7B7EE-FA46-6840-BDE5-077464F57B7D}"/>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5718CB72-3979-1C4D-8DB5-325711048C29}"/>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7" name="Picture 16">
            <a:extLst>
              <a:ext uri="{FF2B5EF4-FFF2-40B4-BE49-F238E27FC236}">
                <a16:creationId xmlns:a16="http://schemas.microsoft.com/office/drawing/2014/main" id="{D5A674BE-6B2E-324B-8F7A-F724344F4FF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0" name="Rounded Rectangle 19">
            <a:extLst>
              <a:ext uri="{FF2B5EF4-FFF2-40B4-BE49-F238E27FC236}">
                <a16:creationId xmlns:a16="http://schemas.microsoft.com/office/drawing/2014/main" id="{4D84B710-BE7F-7C42-BB78-1ACAE365C791}"/>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4123243166"/>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3F0E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0728-3DFA-C64E-9ABE-78E34A1918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CE6E9E-704C-194F-8F38-28B73F6478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CBD31-71C5-CE42-8376-4D8CBCB3814B}"/>
              </a:ext>
            </a:extLst>
          </p:cNvPr>
          <p:cNvSpPr>
            <a:spLocks noGrp="1"/>
          </p:cNvSpPr>
          <p:nvPr>
            <p:ph type="dt" sz="half" idx="10"/>
          </p:nvPr>
        </p:nvSpPr>
        <p:spPr/>
        <p:txBody>
          <a:body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1F48A4C5-C9AF-6F4E-A9F6-791FE1D9D9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0EF7C-3E13-1F4D-BDD9-20D60CD07C0E}"/>
              </a:ext>
            </a:extLst>
          </p:cNvPr>
          <p:cNvSpPr>
            <a:spLocks noGrp="1"/>
          </p:cNvSpPr>
          <p:nvPr>
            <p:ph type="sldNum" sz="quarter" idx="12"/>
          </p:nvPr>
        </p:nvSpPr>
        <p:spPr/>
        <p:txBody>
          <a:bodyPr/>
          <a:lstStyle/>
          <a:p>
            <a:fld id="{A302AA3E-1A50-7040-AB03-BA4BB93F6E63}" type="slidenum">
              <a:rPr lang="en-US" smtClean="0"/>
              <a:t>‹#›</a:t>
            </a:fld>
            <a:endParaRPr lang="en-US"/>
          </a:p>
        </p:txBody>
      </p:sp>
      <p:pic>
        <p:nvPicPr>
          <p:cNvPr id="8" name="Picture 7">
            <a:extLst>
              <a:ext uri="{FF2B5EF4-FFF2-40B4-BE49-F238E27FC236}">
                <a16:creationId xmlns:a16="http://schemas.microsoft.com/office/drawing/2014/main" id="{DA5549A7-25F9-8045-8E1D-8BE1DEB9EE4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pic>
        <p:nvPicPr>
          <p:cNvPr id="9" name="Picture 8">
            <a:extLst>
              <a:ext uri="{FF2B5EF4-FFF2-40B4-BE49-F238E27FC236}">
                <a16:creationId xmlns:a16="http://schemas.microsoft.com/office/drawing/2014/main" id="{8BE661FD-20A2-644A-9CFD-10CD9576A7C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spTree>
    <p:extLst>
      <p:ext uri="{BB962C8B-B14F-4D97-AF65-F5344CB8AC3E}">
        <p14:creationId xmlns:p14="http://schemas.microsoft.com/office/powerpoint/2010/main" val="3756550582"/>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3F0EB"/>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2238A8-1287-B64A-8239-231F8A1317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014A3F-C0F6-C54E-A4C1-A3D51BB868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83E0B9-34EE-E746-A031-F0D1C52514CE}"/>
              </a:ext>
            </a:extLst>
          </p:cNvPr>
          <p:cNvSpPr>
            <a:spLocks noGrp="1"/>
          </p:cNvSpPr>
          <p:nvPr>
            <p:ph type="dt" sz="half" idx="10"/>
          </p:nvPr>
        </p:nvSpPr>
        <p:spPr/>
        <p:txBody>
          <a:body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28BDED69-FFD7-CC45-838B-AA8857A626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4508A8-C451-0749-AFD7-F773AF3F6A66}"/>
              </a:ext>
            </a:extLst>
          </p:cNvPr>
          <p:cNvSpPr>
            <a:spLocks noGrp="1"/>
          </p:cNvSpPr>
          <p:nvPr>
            <p:ph type="sldNum" sz="quarter" idx="12"/>
          </p:nvPr>
        </p:nvSpPr>
        <p:spPr/>
        <p:txBody>
          <a:bodyPr/>
          <a:lstStyle/>
          <a:p>
            <a:fld id="{A302AA3E-1A50-7040-AB03-BA4BB93F6E63}" type="slidenum">
              <a:rPr lang="en-US" smtClean="0"/>
              <a:t>‹#›</a:t>
            </a:fld>
            <a:endParaRPr lang="en-US"/>
          </a:p>
        </p:txBody>
      </p:sp>
      <p:pic>
        <p:nvPicPr>
          <p:cNvPr id="8" name="Picture 7">
            <a:extLst>
              <a:ext uri="{FF2B5EF4-FFF2-40B4-BE49-F238E27FC236}">
                <a16:creationId xmlns:a16="http://schemas.microsoft.com/office/drawing/2014/main" id="{C0C57341-BFB8-8449-8315-9444D5458A8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pic>
        <p:nvPicPr>
          <p:cNvPr id="9" name="Picture 8">
            <a:extLst>
              <a:ext uri="{FF2B5EF4-FFF2-40B4-BE49-F238E27FC236}">
                <a16:creationId xmlns:a16="http://schemas.microsoft.com/office/drawing/2014/main" id="{07AE1537-41D9-7344-AF9D-7D331D80942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spTree>
    <p:extLst>
      <p:ext uri="{BB962C8B-B14F-4D97-AF65-F5344CB8AC3E}">
        <p14:creationId xmlns:p14="http://schemas.microsoft.com/office/powerpoint/2010/main" val="4231117444"/>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Presenter Title Slid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69A5B729-8C03-3C94-EAA8-04B3F76AAFD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5DEE3235-798D-9549-9794-F3948DC4D5BC}"/>
              </a:ext>
            </a:extLst>
          </p:cNvPr>
          <p:cNvSpPr>
            <a:spLocks noGrp="1"/>
          </p:cNvSpPr>
          <p:nvPr>
            <p:ph type="title" hasCustomPrompt="1"/>
          </p:nvPr>
        </p:nvSpPr>
        <p:spPr>
          <a:xfrm>
            <a:off x="6519672" y="2209880"/>
            <a:ext cx="5257800" cy="2438241"/>
          </a:xfrm>
        </p:spPr>
        <p:txBody>
          <a:bodyPr/>
          <a:lstStyle>
            <a:lvl1pPr>
              <a:defRPr b="0" i="0" baseline="0">
                <a:solidFill>
                  <a:schemeClr val="bg1"/>
                </a:solidFill>
                <a:latin typeface="Sofia Pro Black" pitchFamily="2" charset="77"/>
              </a:defRPr>
            </a:lvl1pPr>
          </a:lstStyle>
          <a:p>
            <a:r>
              <a:rPr lang="en-US"/>
              <a:t>Presentation Title Should Be Between 3-4 Lines In Length </a:t>
            </a:r>
          </a:p>
        </p:txBody>
      </p:sp>
      <p:sp>
        <p:nvSpPr>
          <p:cNvPr id="8" name="Text Placeholder 7">
            <a:extLst>
              <a:ext uri="{FF2B5EF4-FFF2-40B4-BE49-F238E27FC236}">
                <a16:creationId xmlns:a16="http://schemas.microsoft.com/office/drawing/2014/main" id="{64901148-7EF4-9740-B4CC-05971C0CAEFF}"/>
              </a:ext>
            </a:extLst>
          </p:cNvPr>
          <p:cNvSpPr>
            <a:spLocks noGrp="1"/>
          </p:cNvSpPr>
          <p:nvPr>
            <p:ph type="body" sz="quarter" idx="12" hasCustomPrompt="1"/>
          </p:nvPr>
        </p:nvSpPr>
        <p:spPr>
          <a:xfrm>
            <a:off x="6523462" y="5029200"/>
            <a:ext cx="5257800" cy="1043026"/>
          </a:xfrm>
          <a:prstGeom prst="rect">
            <a:avLst/>
          </a:prstGeom>
        </p:spPr>
        <p:txBody>
          <a:bodyPr>
            <a:normAutofit/>
          </a:bodyPr>
          <a:lstStyle>
            <a:lvl1pPr marL="0" indent="0">
              <a:buNone/>
              <a:defRPr sz="1800" b="0" i="0" baseline="0">
                <a:solidFill>
                  <a:schemeClr val="bg1"/>
                </a:solidFill>
                <a:latin typeface="Sofia Pro Medium" pitchFamily="2" charset="77"/>
              </a:defRPr>
            </a:lvl1pPr>
          </a:lstStyle>
          <a:p>
            <a:pPr lvl="0"/>
            <a:r>
              <a:rPr lang="en-US"/>
              <a:t>Presented by: [Enter Presenter Name(s)]</a:t>
            </a:r>
          </a:p>
          <a:p>
            <a:pPr lvl="0"/>
            <a:r>
              <a:rPr lang="en-US"/>
              <a:t>[Enter Date]</a:t>
            </a:r>
          </a:p>
        </p:txBody>
      </p:sp>
    </p:spTree>
    <p:extLst>
      <p:ext uri="{BB962C8B-B14F-4D97-AF65-F5344CB8AC3E}">
        <p14:creationId xmlns:p14="http://schemas.microsoft.com/office/powerpoint/2010/main" val="36368278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One Column">
    <p:bg>
      <p:bgPr>
        <a:solidFill>
          <a:srgbClr val="F3F0EB"/>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5067A82-D67F-A8E1-E248-0E13213115F3}"/>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ctrTitle" hasCustomPrompt="1"/>
          </p:nvPr>
        </p:nvSpPr>
        <p:spPr>
          <a:xfrm>
            <a:off x="914400" y="1143000"/>
            <a:ext cx="8686800" cy="557902"/>
          </a:xfrm>
        </p:spPr>
        <p:txBody>
          <a:bodyPr anchor="t">
            <a:noAutofit/>
          </a:bodyPr>
          <a:lstStyle>
            <a:lvl1pPr algn="l">
              <a:defRPr sz="3200" b="1" i="0" baseline="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9" name="Text Placeholder 10"/>
          <p:cNvSpPr>
            <a:spLocks noGrp="1"/>
          </p:cNvSpPr>
          <p:nvPr>
            <p:ph type="body" sz="quarter" idx="14" hasCustomPrompt="1"/>
          </p:nvPr>
        </p:nvSpPr>
        <p:spPr>
          <a:xfrm>
            <a:off x="914400" y="685800"/>
            <a:ext cx="8686800" cy="347472"/>
          </a:xfrm>
          <a:prstGeom prst="rect">
            <a:avLst/>
          </a:prstGeom>
        </p:spPr>
        <p:txBody>
          <a:bodyPr>
            <a:normAutofit/>
          </a:bodyPr>
          <a:lstStyle>
            <a:lvl1pPr marL="0" indent="0" algn="l">
              <a:buFontTx/>
              <a:buNone/>
              <a:defRPr sz="1800" b="1" i="0">
                <a:solidFill>
                  <a:srgbClr val="E90013"/>
                </a:solidFill>
                <a:latin typeface="Sofia Pro Black" pitchFamily="2" charset="77"/>
                <a:ea typeface="Sofia Pro Black" pitchFamily="2" charset="77"/>
                <a:cs typeface="Sofia Pro Black" pitchFamily="2" charset="77"/>
              </a:defRPr>
            </a:lvl1pPr>
            <a:lvl2pPr marL="457200" indent="0">
              <a:buFontTx/>
              <a:buNone/>
              <a:defRPr sz="1600" b="0" i="0">
                <a:solidFill>
                  <a:srgbClr val="FF9000"/>
                </a:solidFill>
                <a:latin typeface="Sofia Pro Medium" charset="0"/>
                <a:ea typeface="Sofia Pro Medium" charset="0"/>
                <a:cs typeface="Sofia Pro Medium" charset="0"/>
              </a:defRPr>
            </a:lvl2pPr>
            <a:lvl3pPr marL="1200150" indent="-285750">
              <a:buClr>
                <a:srgbClr val="FF9000"/>
              </a:buClr>
              <a:buFont typeface="Arial" charset="0"/>
              <a:buChar char="•"/>
              <a:defRPr sz="1400" b="0" i="0">
                <a:solidFill>
                  <a:srgbClr val="313E48"/>
                </a:solidFill>
                <a:latin typeface="Sofia Pro Medium" charset="0"/>
                <a:ea typeface="Sofia Pro Medium" charset="0"/>
                <a:cs typeface="Sofia Pro Medium" charset="0"/>
              </a:defRPr>
            </a:lvl3pPr>
            <a:lvl4pPr marL="1371600" indent="0">
              <a:buFontTx/>
              <a:buNone/>
              <a:defRPr b="0" i="0">
                <a:solidFill>
                  <a:srgbClr val="313E48"/>
                </a:solidFill>
                <a:latin typeface="Sofia Pro Medium" charset="0"/>
                <a:ea typeface="Sofia Pro Medium" charset="0"/>
                <a:cs typeface="Sofia Pro Medium" charset="0"/>
              </a:defRPr>
            </a:lvl4pPr>
            <a:lvl5pPr marL="1828800" indent="0">
              <a:buFontTx/>
              <a:buNone/>
              <a:defRPr b="0" i="0">
                <a:solidFill>
                  <a:srgbClr val="313E48"/>
                </a:solidFill>
                <a:latin typeface="Sofia Pro Medium" charset="0"/>
                <a:ea typeface="Sofia Pro Medium" charset="0"/>
                <a:cs typeface="Sofia Pro Medium" charset="0"/>
              </a:defRPr>
            </a:lvl5pPr>
          </a:lstStyle>
          <a:p>
            <a:pPr lvl="0"/>
            <a:r>
              <a:rPr lang="en-US"/>
              <a:t>section header</a:t>
            </a:r>
          </a:p>
        </p:txBody>
      </p:sp>
      <p:sp>
        <p:nvSpPr>
          <p:cNvPr id="3" name="Text Placeholder 2">
            <a:extLst>
              <a:ext uri="{FF2B5EF4-FFF2-40B4-BE49-F238E27FC236}">
                <a16:creationId xmlns:a16="http://schemas.microsoft.com/office/drawing/2014/main" id="{CFBF3450-C016-2F48-9658-636E93595CBC}"/>
              </a:ext>
            </a:extLst>
          </p:cNvPr>
          <p:cNvSpPr>
            <a:spLocks noGrp="1"/>
          </p:cNvSpPr>
          <p:nvPr>
            <p:ph type="body" sz="quarter" idx="16"/>
          </p:nvPr>
        </p:nvSpPr>
        <p:spPr>
          <a:xfrm>
            <a:off x="914400" y="2057400"/>
            <a:ext cx="8686800" cy="4114800"/>
          </a:xfrm>
        </p:spPr>
        <p:txBody>
          <a:bodyPr/>
          <a:lstStyle>
            <a:lvl2pPr>
              <a:defRPr>
                <a:solidFill>
                  <a:srgbClr val="FF8F1C"/>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8501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Center">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1321C4FD-4242-2B5D-D620-2B49AFB8C0E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a:spLocks noGrp="1"/>
          </p:cNvSpPr>
          <p:nvPr>
            <p:ph type="ctrTitle" hasCustomPrompt="1"/>
          </p:nvPr>
        </p:nvSpPr>
        <p:spPr>
          <a:xfrm>
            <a:off x="2075949" y="2417977"/>
            <a:ext cx="8040103" cy="2022046"/>
          </a:xfrm>
        </p:spPr>
        <p:txBody>
          <a:bodyPr anchor="ctr">
            <a:noAutofit/>
          </a:bodyPr>
          <a:lstStyle>
            <a:lvl1pPr algn="ctr">
              <a:defRPr sz="4400" b="1" i="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8" name="Slide Number Placeholder 5">
            <a:extLst>
              <a:ext uri="{FF2B5EF4-FFF2-40B4-BE49-F238E27FC236}">
                <a16:creationId xmlns:a16="http://schemas.microsoft.com/office/drawing/2014/main" id="{3DD80C34-C8D1-E94C-9280-CE8E62E2C25C}"/>
              </a:ext>
            </a:extLst>
          </p:cNvPr>
          <p:cNvSpPr>
            <a:spLocks noGrp="1"/>
          </p:cNvSpPr>
          <p:nvPr>
            <p:ph type="sldNum" sz="quarter" idx="12"/>
          </p:nvPr>
        </p:nvSpPr>
        <p:spPr>
          <a:xfrm>
            <a:off x="9207112" y="6356350"/>
            <a:ext cx="2743200" cy="365125"/>
          </a:xfrm>
        </p:spPr>
        <p:txBody>
          <a:bodyPr/>
          <a:lstStyle>
            <a:lvl1pPr>
              <a:defRPr b="0" i="0">
                <a:solidFill>
                  <a:srgbClr val="262F38"/>
                </a:solidFill>
                <a:latin typeface="Sofia Pro Medium" pitchFamily="2" charset="77"/>
              </a:defRPr>
            </a:lvl1pPr>
          </a:lstStyle>
          <a:p>
            <a:fld id="{A302AA3E-1A50-7040-AB03-BA4BB93F6E63}" type="slidenum">
              <a:rPr lang="en-US" smtClean="0"/>
              <a:pPr/>
              <a:t>‹#›</a:t>
            </a:fld>
            <a:endParaRPr lang="en-US"/>
          </a:p>
        </p:txBody>
      </p:sp>
    </p:spTree>
    <p:extLst>
      <p:ext uri="{BB962C8B-B14F-4D97-AF65-F5344CB8AC3E}">
        <p14:creationId xmlns:p14="http://schemas.microsoft.com/office/powerpoint/2010/main" val="21437669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One Column">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0CB3765F-374E-46C9-1CE6-FB16449C212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ctrTitle" hasCustomPrompt="1"/>
          </p:nvPr>
        </p:nvSpPr>
        <p:spPr>
          <a:xfrm>
            <a:off x="914400" y="1143000"/>
            <a:ext cx="8686800" cy="557902"/>
          </a:xfrm>
        </p:spPr>
        <p:txBody>
          <a:bodyPr anchor="t">
            <a:noAutofit/>
          </a:bodyPr>
          <a:lstStyle>
            <a:lvl1pPr algn="l">
              <a:defRPr sz="2697" b="1" i="0" baseline="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9" name="Text Placeholder 10"/>
          <p:cNvSpPr>
            <a:spLocks noGrp="1"/>
          </p:cNvSpPr>
          <p:nvPr>
            <p:ph type="body" sz="quarter" idx="14" hasCustomPrompt="1"/>
          </p:nvPr>
        </p:nvSpPr>
        <p:spPr>
          <a:xfrm>
            <a:off x="914400" y="685800"/>
            <a:ext cx="8686800" cy="347472"/>
          </a:xfrm>
          <a:prstGeom prst="rect">
            <a:avLst/>
          </a:prstGeom>
        </p:spPr>
        <p:txBody>
          <a:bodyPr>
            <a:normAutofit/>
          </a:bodyPr>
          <a:lstStyle>
            <a:lvl1pPr marL="0" indent="0" algn="l">
              <a:buFontTx/>
              <a:buNone/>
              <a:defRPr sz="1518" b="1" i="0">
                <a:solidFill>
                  <a:srgbClr val="E90013"/>
                </a:solidFill>
                <a:latin typeface="Sofia Pro Black" pitchFamily="2" charset="77"/>
                <a:ea typeface="Sofia Pro Black" pitchFamily="2" charset="77"/>
                <a:cs typeface="Sofia Pro Black" pitchFamily="2" charset="77"/>
              </a:defRPr>
            </a:lvl1pPr>
            <a:lvl2pPr marL="385394" indent="0">
              <a:buFontTx/>
              <a:buNone/>
              <a:defRPr sz="1349" b="0" i="0">
                <a:solidFill>
                  <a:srgbClr val="FF9000"/>
                </a:solidFill>
                <a:latin typeface="Sofia Pro Medium" charset="0"/>
                <a:ea typeface="Sofia Pro Medium" charset="0"/>
                <a:cs typeface="Sofia Pro Medium" charset="0"/>
              </a:defRPr>
            </a:lvl2pPr>
            <a:lvl3pPr marL="1011660" indent="-240871">
              <a:buClr>
                <a:srgbClr val="FF9000"/>
              </a:buClr>
              <a:buFont typeface="Arial" charset="0"/>
              <a:buChar char="•"/>
              <a:defRPr sz="1180" b="0" i="0">
                <a:solidFill>
                  <a:srgbClr val="313E48"/>
                </a:solidFill>
                <a:latin typeface="Sofia Pro Medium" charset="0"/>
                <a:ea typeface="Sofia Pro Medium" charset="0"/>
                <a:cs typeface="Sofia Pro Medium" charset="0"/>
              </a:defRPr>
            </a:lvl3pPr>
            <a:lvl4pPr marL="1156182" indent="0">
              <a:buFontTx/>
              <a:buNone/>
              <a:defRPr b="0" i="0">
                <a:solidFill>
                  <a:srgbClr val="313E48"/>
                </a:solidFill>
                <a:latin typeface="Sofia Pro Medium" charset="0"/>
                <a:ea typeface="Sofia Pro Medium" charset="0"/>
                <a:cs typeface="Sofia Pro Medium" charset="0"/>
              </a:defRPr>
            </a:lvl4pPr>
            <a:lvl5pPr marL="1541577" indent="0">
              <a:buFontTx/>
              <a:buNone/>
              <a:defRPr b="0" i="0">
                <a:solidFill>
                  <a:srgbClr val="313E48"/>
                </a:solidFill>
                <a:latin typeface="Sofia Pro Medium" charset="0"/>
                <a:ea typeface="Sofia Pro Medium" charset="0"/>
                <a:cs typeface="Sofia Pro Medium" charset="0"/>
              </a:defRPr>
            </a:lvl5pPr>
          </a:lstStyle>
          <a:p>
            <a:pPr lvl="0"/>
            <a:r>
              <a:rPr lang="en-US"/>
              <a:t>section header</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3" name="Text Placeholder 2">
            <a:extLst>
              <a:ext uri="{FF2B5EF4-FFF2-40B4-BE49-F238E27FC236}">
                <a16:creationId xmlns:a16="http://schemas.microsoft.com/office/drawing/2014/main" id="{CFBF3450-C016-2F48-9658-636E93595CBC}"/>
              </a:ext>
            </a:extLst>
          </p:cNvPr>
          <p:cNvSpPr>
            <a:spLocks noGrp="1"/>
          </p:cNvSpPr>
          <p:nvPr>
            <p:ph type="body" sz="quarter" idx="16"/>
          </p:nvPr>
        </p:nvSpPr>
        <p:spPr>
          <a:xfrm>
            <a:off x="914400" y="2057400"/>
            <a:ext cx="8686800" cy="4114800"/>
          </a:xfrm>
        </p:spPr>
        <p:txBody>
          <a:bodyPr/>
          <a:lstStyle>
            <a:lvl2pPr>
              <a:defRPr>
                <a:solidFill>
                  <a:srgbClr val="FF8F1C"/>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00223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Plain Background - TItle, Content">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901C4F03-C8ED-7A06-880E-F85D0E737E0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406769"/>
            <a:ext cx="9727485" cy="46759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B99802B7-3EB9-984B-AAAE-44902ADE3604}"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5" name="Text Placeholder 8">
            <a:extLst>
              <a:ext uri="{FF2B5EF4-FFF2-40B4-BE49-F238E27FC236}">
                <a16:creationId xmlns:a16="http://schemas.microsoft.com/office/drawing/2014/main" id="{0B8F0AD6-6947-E943-8AF2-7DCCA1DB9A0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3" name="Picture 12">
            <a:extLst>
              <a:ext uri="{FF2B5EF4-FFF2-40B4-BE49-F238E27FC236}">
                <a16:creationId xmlns:a16="http://schemas.microsoft.com/office/drawing/2014/main" id="{4187C0F5-B516-BD4D-BE5A-8D9E930961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5292513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One Column">
    <p:bg>
      <p:bgPr>
        <a:solidFill>
          <a:srgbClr val="F3F0EB"/>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3D8CA77-6D72-95FB-7A8C-500E9253B87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3" name="Text Placeholder 2">
            <a:extLst>
              <a:ext uri="{FF2B5EF4-FFF2-40B4-BE49-F238E27FC236}">
                <a16:creationId xmlns:a16="http://schemas.microsoft.com/office/drawing/2014/main" id="{C5D5C1DE-3143-6C45-9FB8-17336FFE1213}"/>
              </a:ext>
            </a:extLst>
          </p:cNvPr>
          <p:cNvSpPr>
            <a:spLocks noGrp="1"/>
          </p:cNvSpPr>
          <p:nvPr>
            <p:ph type="body" sz="quarter" idx="16"/>
          </p:nvPr>
        </p:nvSpPr>
        <p:spPr>
          <a:xfrm>
            <a:off x="274320" y="1364456"/>
            <a:ext cx="8686800" cy="4129087"/>
          </a:xfrm>
        </p:spPr>
        <p:txBody>
          <a:bodyPr/>
          <a:lstStyle>
            <a:lvl1pPr>
              <a:defRPr>
                <a:solidFill>
                  <a:srgbClr val="FF8F1C"/>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AC0DFD-B920-0079-F672-8DE74E7A5C67}"/>
              </a:ext>
            </a:extLst>
          </p:cNvPr>
          <p:cNvSpPr>
            <a:spLocks noGrp="1"/>
          </p:cNvSpPr>
          <p:nvPr>
            <p:ph type="title"/>
          </p:nvPr>
        </p:nvSpPr>
        <p:spPr>
          <a:xfrm>
            <a:off x="274320" y="544724"/>
            <a:ext cx="9025190" cy="516029"/>
          </a:xfrm>
        </p:spPr>
        <p:txBody>
          <a:bodyPr anchor="t">
            <a:noAutofit/>
          </a:bodyPr>
          <a:lstStyle>
            <a:lvl1pPr>
              <a:defRPr sz="3200"/>
            </a:lvl1pPr>
          </a:lstStyle>
          <a:p>
            <a:r>
              <a:rPr lang="en-US"/>
              <a:t>Click to edit Master title style</a:t>
            </a:r>
          </a:p>
        </p:txBody>
      </p:sp>
      <p:sp>
        <p:nvSpPr>
          <p:cNvPr id="4" name="Text Placeholder 8">
            <a:extLst>
              <a:ext uri="{FF2B5EF4-FFF2-40B4-BE49-F238E27FC236}">
                <a16:creationId xmlns:a16="http://schemas.microsoft.com/office/drawing/2014/main" id="{386C0896-5040-D8EA-2845-8F506188EE6B}"/>
              </a:ext>
            </a:extLst>
          </p:cNvPr>
          <p:cNvSpPr>
            <a:spLocks noGrp="1"/>
          </p:cNvSpPr>
          <p:nvPr>
            <p:ph type="body" sz="quarter" idx="42" hasCustomPrompt="1"/>
          </p:nvPr>
        </p:nvSpPr>
        <p:spPr>
          <a:xfrm>
            <a:off x="274320" y="168286"/>
            <a:ext cx="9025190" cy="365125"/>
          </a:xfrm>
        </p:spPr>
        <p:txBody>
          <a:bodyPr anchor="ctr">
            <a:noAutofit/>
          </a:bodyPr>
          <a:lstStyle>
            <a:lvl1pPr marL="0" indent="0">
              <a:buNone/>
              <a:defRPr sz="14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13126821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54603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773015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Basic Slide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7013" t="7013"/>
          <a:stretch/>
        </p:blipFill>
        <p:spPr>
          <a:xfrm rot="10800000">
            <a:off x="0" y="0"/>
            <a:ext cx="12192000" cy="6857998"/>
          </a:xfrm>
          <a:prstGeom prst="rect">
            <a:avLst/>
          </a:prstGeom>
        </p:spPr>
      </p:pic>
    </p:spTree>
    <p:extLst>
      <p:ext uri="{BB962C8B-B14F-4D97-AF65-F5344CB8AC3E}">
        <p14:creationId xmlns:p14="http://schemas.microsoft.com/office/powerpoint/2010/main" val="20380114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Plain Background Layout">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B802D23-B446-8B73-F334-7F02AEBC2D5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6" name="Slide Number Placeholder 6">
            <a:extLst>
              <a:ext uri="{FF2B5EF4-FFF2-40B4-BE49-F238E27FC236}">
                <a16:creationId xmlns:a16="http://schemas.microsoft.com/office/drawing/2014/main" id="{C295E65C-F2D3-BE48-82B3-FB84EB5E74C9}"/>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7" name="Date Placeholder 2">
            <a:extLst>
              <a:ext uri="{FF2B5EF4-FFF2-40B4-BE49-F238E27FC236}">
                <a16:creationId xmlns:a16="http://schemas.microsoft.com/office/drawing/2014/main" id="{3BE29C88-19F8-3F4C-AF59-E909A7BBC31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BF13F6-2419-F54E-AEA8-1D2AC5E7E364}" type="datetime1">
              <a:rPr lang="en-US" smtClean="0"/>
              <a:t>4/1/2026</a:t>
            </a:fld>
            <a:endParaRPr lang="en-US"/>
          </a:p>
        </p:txBody>
      </p:sp>
      <p:sp>
        <p:nvSpPr>
          <p:cNvPr id="18" name="Footer Placeholder 3">
            <a:extLst>
              <a:ext uri="{FF2B5EF4-FFF2-40B4-BE49-F238E27FC236}">
                <a16:creationId xmlns:a16="http://schemas.microsoft.com/office/drawing/2014/main" id="{99A45701-53B0-314A-B6B2-F5CC87A6502C}"/>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1" name="Content Placeholder 2">
            <a:extLst>
              <a:ext uri="{FF2B5EF4-FFF2-40B4-BE49-F238E27FC236}">
                <a16:creationId xmlns:a16="http://schemas.microsoft.com/office/drawing/2014/main" id="{8B07192C-557B-624B-A5C9-49DD41453F3C}"/>
              </a:ext>
            </a:extLst>
          </p:cNvPr>
          <p:cNvSpPr>
            <a:spLocks noGrp="1"/>
          </p:cNvSpPr>
          <p:nvPr>
            <p:ph idx="1"/>
          </p:nvPr>
        </p:nvSpPr>
        <p:spPr>
          <a:xfrm>
            <a:off x="837814" y="1905258"/>
            <a:ext cx="9317736" cy="4029377"/>
          </a:xfrm>
        </p:spPr>
        <p:txBody>
          <a:bodyPr>
            <a:noAutofit/>
          </a:bodyPr>
          <a:lstStyle>
            <a:lvl1pPr>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a:extLst>
              <a:ext uri="{FF2B5EF4-FFF2-40B4-BE49-F238E27FC236}">
                <a16:creationId xmlns:a16="http://schemas.microsoft.com/office/drawing/2014/main" id="{B19A5149-A989-6C40-A4E0-44368219CF5E}"/>
              </a:ext>
            </a:extLst>
          </p:cNvPr>
          <p:cNvSpPr>
            <a:spLocks noGrp="1"/>
          </p:cNvSpPr>
          <p:nvPr>
            <p:ph type="body" idx="14"/>
          </p:nvPr>
        </p:nvSpPr>
        <p:spPr>
          <a:xfrm>
            <a:off x="837814" y="1398552"/>
            <a:ext cx="9315763" cy="50670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a:extLst>
              <a:ext uri="{FF2B5EF4-FFF2-40B4-BE49-F238E27FC236}">
                <a16:creationId xmlns:a16="http://schemas.microsoft.com/office/drawing/2014/main" id="{6C44BB5D-997C-0E4E-A91F-E006D347E8C1}"/>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2" name="Text Placeholder 8">
            <a:extLst>
              <a:ext uri="{FF2B5EF4-FFF2-40B4-BE49-F238E27FC236}">
                <a16:creationId xmlns:a16="http://schemas.microsoft.com/office/drawing/2014/main" id="{F13482A9-A41C-FF49-93F9-E32B0006191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6655700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Blank">
    <p:bg>
      <p:bgPr>
        <a:solidFill>
          <a:srgbClr val="F3F0EB"/>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90B413B5-4BE5-8A84-3EFB-D057BA535A7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D5FBFD70-6970-964F-A077-4AF0FF7F20DF}"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pic>
        <p:nvPicPr>
          <p:cNvPr id="3" name="Picture 2">
            <a:extLst>
              <a:ext uri="{FF2B5EF4-FFF2-40B4-BE49-F238E27FC236}">
                <a16:creationId xmlns:a16="http://schemas.microsoft.com/office/drawing/2014/main" id="{90D67EC7-C7E1-72A1-7249-32ED5DC0B6B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5724352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7013" t="7013"/>
          <a:stretch/>
        </p:blipFill>
        <p:spPr>
          <a:xfrm rot="10800000">
            <a:off x="0" y="0"/>
            <a:ext cx="12192000" cy="6857998"/>
          </a:xfrm>
          <a:prstGeom prst="rect">
            <a:avLst/>
          </a:prstGeom>
        </p:spPr>
      </p:pic>
    </p:spTree>
    <p:extLst>
      <p:ext uri="{BB962C8B-B14F-4D97-AF65-F5344CB8AC3E}">
        <p14:creationId xmlns:p14="http://schemas.microsoft.com/office/powerpoint/2010/main" val="428138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176702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0EB"/>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319300-10DC-C149-AFF3-BB4E174F1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D3FB7A-1875-1449-856B-5A4AC9BFA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C95F1-D6ED-BA4D-B963-FCA787736F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rgbClr val="323E48"/>
                </a:solidFill>
                <a:latin typeface="Sofia Pro Medium" pitchFamily="2" charset="77"/>
              </a:defRPr>
            </a:lvl1p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84E84386-0AB0-9F44-874F-8B5C4270F1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rgbClr val="323E48"/>
                </a:solidFill>
                <a:latin typeface="Sofia Pro Medium" pitchFamily="2" charset="77"/>
              </a:defRPr>
            </a:lvl1pPr>
          </a:lstStyle>
          <a:p>
            <a:endParaRPr lang="en-US"/>
          </a:p>
        </p:txBody>
      </p:sp>
      <p:sp>
        <p:nvSpPr>
          <p:cNvPr id="6" name="Slide Number Placeholder 5">
            <a:extLst>
              <a:ext uri="{FF2B5EF4-FFF2-40B4-BE49-F238E27FC236}">
                <a16:creationId xmlns:a16="http://schemas.microsoft.com/office/drawing/2014/main" id="{A1035A03-459C-5F4F-9294-2286688294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rgbClr val="323E48"/>
                </a:solidFill>
                <a:latin typeface="Sofia Pro Medium" pitchFamily="2" charset="77"/>
              </a:defRPr>
            </a:lvl1pPr>
          </a:lstStyle>
          <a:p>
            <a:fld id="{A302AA3E-1A50-7040-AB03-BA4BB93F6E63}" type="slidenum">
              <a:rPr lang="en-US" smtClean="0"/>
              <a:t>‹#›</a:t>
            </a:fld>
            <a:endParaRPr lang="en-US"/>
          </a:p>
        </p:txBody>
      </p:sp>
    </p:spTree>
    <p:extLst>
      <p:ext uri="{BB962C8B-B14F-4D97-AF65-F5344CB8AC3E}">
        <p14:creationId xmlns:p14="http://schemas.microsoft.com/office/powerpoint/2010/main" val="2395691029"/>
      </p:ext>
    </p:extLst>
  </p:cSld>
  <p:clrMap bg1="lt1" tx1="dk1" bg2="lt2" tx2="dk2" accent1="accent1" accent2="accent2" accent3="accent3" accent4="accent4" accent5="accent5" accent6="accent6" hlink="hlink" folHlink="folHlink"/>
  <p:sldLayoutIdLst>
    <p:sldLayoutId id="2147485603" r:id="rId1"/>
    <p:sldLayoutId id="2147485604" r:id="rId2"/>
    <p:sldLayoutId id="2147485605" r:id="rId3"/>
    <p:sldLayoutId id="2147485606" r:id="rId4"/>
    <p:sldLayoutId id="2147485607" r:id="rId5"/>
    <p:sldLayoutId id="2147485608" r:id="rId6"/>
    <p:sldLayoutId id="2147485609" r:id="rId7"/>
    <p:sldLayoutId id="2147485610" r:id="rId8"/>
    <p:sldLayoutId id="2147485611" r:id="rId9"/>
    <p:sldLayoutId id="2147485612" r:id="rId10"/>
    <p:sldLayoutId id="2147485613" r:id="rId11"/>
    <p:sldLayoutId id="2147485614" r:id="rId12"/>
    <p:sldLayoutId id="2147485615" r:id="rId13"/>
    <p:sldLayoutId id="2147485616" r:id="rId14"/>
    <p:sldLayoutId id="2147485617" r:id="rId15"/>
    <p:sldLayoutId id="2147485618" r:id="rId16"/>
    <p:sldLayoutId id="2147485619" r:id="rId17"/>
    <p:sldLayoutId id="2147485620" r:id="rId18"/>
    <p:sldLayoutId id="2147485621" r:id="rId19"/>
    <p:sldLayoutId id="2147485622" r:id="rId20"/>
    <p:sldLayoutId id="2147485623" r:id="rId21"/>
    <p:sldLayoutId id="2147485624" r:id="rId22"/>
    <p:sldLayoutId id="2147485625" r:id="rId23"/>
    <p:sldLayoutId id="2147485626" r:id="rId24"/>
    <p:sldLayoutId id="2147485627" r:id="rId25"/>
    <p:sldLayoutId id="2147485628" r:id="rId26"/>
    <p:sldLayoutId id="2147485629" r:id="rId27"/>
    <p:sldLayoutId id="2147485630" r:id="rId28"/>
    <p:sldLayoutId id="2147485631" r:id="rId29"/>
    <p:sldLayoutId id="2147485632" r:id="rId30"/>
    <p:sldLayoutId id="2147485633" r:id="rId31"/>
    <p:sldLayoutId id="2147485634" r:id="rId32"/>
    <p:sldLayoutId id="2147485635" r:id="rId33"/>
    <p:sldLayoutId id="2147485636" r:id="rId34"/>
    <p:sldLayoutId id="2147485637" r:id="rId35"/>
    <p:sldLayoutId id="2147485638" r:id="rId36"/>
    <p:sldLayoutId id="2147485639" r:id="rId37"/>
    <p:sldLayoutId id="2147485640" r:id="rId38"/>
    <p:sldLayoutId id="2147485641" r:id="rId39"/>
    <p:sldLayoutId id="2147485642" r:id="rId40"/>
    <p:sldLayoutId id="2147485601" r:id="rId41"/>
    <p:sldLayoutId id="2147485643" r:id="rId42"/>
    <p:sldLayoutId id="2147485644" r:id="rId43"/>
    <p:sldLayoutId id="2147485646" r:id="rId44"/>
    <p:sldLayoutId id="2147485647" r:id="rId45"/>
    <p:sldLayoutId id="2147485649" r:id="rId46"/>
    <p:sldLayoutId id="2147485650" r:id="rId47"/>
    <p:sldLayoutId id="2147485651" r:id="rId48"/>
    <p:sldLayoutId id="2147485653" r:id="rId49"/>
    <p:sldLayoutId id="2147485654" r:id="rId50"/>
  </p:sldLayoutIdLst>
  <p:hf hdr="0" ftr="0" dt="0"/>
  <p:txStyles>
    <p:titleStyle>
      <a:lvl1pPr algn="l" defTabSz="914400" rtl="0" eaLnBrk="1" latinLnBrk="0" hangingPunct="1">
        <a:lnSpc>
          <a:spcPct val="90000"/>
        </a:lnSpc>
        <a:spcBef>
          <a:spcPct val="0"/>
        </a:spcBef>
        <a:buNone/>
        <a:defRPr sz="3200" b="1" i="0" kern="1200">
          <a:solidFill>
            <a:srgbClr val="323E48"/>
          </a:solidFill>
          <a:latin typeface="Sofia Pro Black" pitchFamily="2" charset="0"/>
          <a:ea typeface="+mj-ea"/>
          <a:cs typeface="+mj-cs"/>
        </a:defRPr>
      </a:lvl1pPr>
    </p:titleStyle>
    <p:bodyStyle>
      <a:lvl1pPr marL="182880" indent="-182880" algn="l" defTabSz="914400" rtl="0" eaLnBrk="1" latinLnBrk="0" hangingPunct="1">
        <a:lnSpc>
          <a:spcPct val="100000"/>
        </a:lnSpc>
        <a:spcBef>
          <a:spcPts val="1000"/>
        </a:spcBef>
        <a:buClr>
          <a:srgbClr val="F4382E"/>
        </a:buClr>
        <a:buFont typeface="Arial" panose="020B0604020202020204" pitchFamily="34" charset="0"/>
        <a:buChar char="•"/>
        <a:defRPr sz="20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8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6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4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4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2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4.png"/><Relationship Id="rId8" Type="http://schemas.openxmlformats.org/officeDocument/2006/relationships/image" Target="../media/image2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2AE6-DFDC-AD38-53A5-52E156DF48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3CCF03-EBA3-910F-25AC-A4996FCB9834}"/>
              </a:ext>
            </a:extLst>
          </p:cNvPr>
          <p:cNvSpPr txBox="1">
            <a:spLocks/>
          </p:cNvSpPr>
          <p:nvPr/>
        </p:nvSpPr>
        <p:spPr>
          <a:xfrm>
            <a:off x="363364" y="504418"/>
            <a:ext cx="11360800" cy="763600"/>
          </a:xfrm>
          <a:prstGeom prst="rect">
            <a:avLst/>
          </a:prstGeom>
        </p:spPr>
        <p:txBody>
          <a:bodyPr lIns="91440" tIns="45720" rIns="91440" bIns="45720" anchor="t"/>
          <a:lstStyle>
            <a:lvl1pPr algn="l" defTabSz="914400" rtl="0" eaLnBrk="1" latinLnBrk="0" hangingPunct="1">
              <a:lnSpc>
                <a:spcPct val="90000"/>
              </a:lnSpc>
              <a:spcBef>
                <a:spcPct val="0"/>
              </a:spcBef>
              <a:buNone/>
              <a:defRPr sz="3200" b="1" i="0" kern="1200">
                <a:solidFill>
                  <a:srgbClr val="323E48"/>
                </a:solidFill>
                <a:latin typeface="Sofia Pro Black" pitchFamily="2"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solidFill>
                  <a:schemeClr val="bg1">
                    <a:lumMod val="10000"/>
                  </a:schemeClr>
                </a:solidFill>
                <a:effectLst/>
                <a:uLnTx/>
                <a:uFillTx/>
                <a:latin typeface="Sofia Pro Black"/>
                <a:ea typeface="+mj-ea"/>
                <a:cs typeface="+mj-cs"/>
              </a:rPr>
              <a:t>Scorecard Checklist</a:t>
            </a:r>
            <a:endParaRPr lang="en-US" sz="3200" b="1" i="0" u="none" strike="noStrike" kern="1200" cap="none" spc="0" normalizeH="0" baseline="0" noProof="0">
              <a:ln>
                <a:noFill/>
              </a:ln>
              <a:solidFill>
                <a:schemeClr val="bg1">
                  <a:lumMod val="10000"/>
                </a:schemeClr>
              </a:solidFill>
              <a:effectLst/>
              <a:uLnTx/>
              <a:uFillTx/>
              <a:latin typeface="Sofia Pro Black"/>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400" b="0" i="1" u="none" strike="noStrike" kern="1200" cap="none" spc="0" normalizeH="0" baseline="0" noProof="0">
                <a:ln>
                  <a:noFill/>
                </a:ln>
                <a:solidFill>
                  <a:srgbClr val="323D48"/>
                </a:solidFill>
                <a:effectLst/>
                <a:uLnTx/>
                <a:uFillTx/>
                <a:latin typeface="Sofia Pro Medium"/>
                <a:ea typeface="+mj-ea"/>
                <a:cs typeface="+mj-cs"/>
              </a:rPr>
              <a:t>Please ensure that all below elements have been reviewed in each scorecard prior to marking them as 'completed'</a:t>
            </a:r>
            <a:endParaRPr lang="en-US" sz="1400" b="0" i="1" u="none" strike="noStrike" kern="1200" cap="none" spc="0" normalizeH="0" baseline="0" noProof="0">
              <a:ln>
                <a:noFill/>
              </a:ln>
              <a:solidFill>
                <a:srgbClr val="323D48"/>
              </a:solidFill>
              <a:effectLst/>
              <a:uLnTx/>
              <a:uFillTx/>
              <a:latin typeface="Sofia Pro Medium"/>
            </a:endParaRPr>
          </a:p>
        </p:txBody>
      </p:sp>
      <p:sp>
        <p:nvSpPr>
          <p:cNvPr id="19" name="Content Placeholder 1">
            <a:extLst>
              <a:ext uri="{FF2B5EF4-FFF2-40B4-BE49-F238E27FC236}">
                <a16:creationId xmlns:a16="http://schemas.microsoft.com/office/drawing/2014/main" id="{C438B77A-F302-A2D9-8712-83D37B465CAD}"/>
              </a:ext>
            </a:extLst>
          </p:cNvPr>
          <p:cNvSpPr txBox="1">
            <a:spLocks/>
          </p:cNvSpPr>
          <p:nvPr/>
        </p:nvSpPr>
        <p:spPr>
          <a:xfrm>
            <a:off x="175778" y="2170962"/>
            <a:ext cx="2873277" cy="4462791"/>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There should only 2 sets of data: 1. data from last month and 2. data from 2 months ago </a:t>
            </a:r>
            <a:endParaRPr lang="en-US" sz="1200" b="0" i="0" u="none" strike="noStrike" kern="1200" cap="none" spc="0" normalizeH="0" baseline="0" noProof="0">
              <a:ln>
                <a:noFill/>
              </a:ln>
              <a:solidFill>
                <a:srgbClr val="323D48"/>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The numbers in the MoM column should add up correctly between the first and second month</a:t>
            </a:r>
            <a:endParaRPr lang="en-US" sz="1200" b="0" i="0" u="none" strike="noStrike" kern="1200" cap="none" spc="0" normalizeH="0" baseline="0" noProof="0">
              <a:ln>
                <a:noFill/>
              </a:ln>
              <a:solidFill>
                <a:srgbClr val="323D48"/>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Any improvements or neutral metrics in the MoM column should be in </a:t>
            </a:r>
            <a:r>
              <a:rPr kumimoji="0" lang="en-US" sz="1200" b="0" i="0" u="none" strike="noStrike" kern="1200" cap="none" spc="0" normalizeH="0" baseline="0" noProof="0">
                <a:ln>
                  <a:noFill/>
                </a:ln>
                <a:solidFill>
                  <a:srgbClr val="00B050"/>
                </a:solidFill>
                <a:effectLst/>
                <a:uLnTx/>
                <a:uFillTx/>
                <a:latin typeface="Sofia Pro Medium"/>
                <a:ea typeface="+mn-ea"/>
                <a:cs typeface="+mn-cs"/>
              </a:rPr>
              <a:t>green</a:t>
            </a:r>
            <a:endParaRPr lang="en-US" sz="1200" b="0" i="0" u="none" strike="noStrike" kern="1200" cap="none" spc="0" normalizeH="0" baseline="0" noProof="0">
              <a:ln>
                <a:noFill/>
              </a:ln>
              <a:solidFill>
                <a:srgbClr val="00B050"/>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Any regressions in the MoM column should be in </a:t>
            </a:r>
            <a:r>
              <a:rPr kumimoji="0" lang="en-US" sz="1200" b="0" i="0" u="none" strike="noStrike" kern="1200" cap="none" spc="0" normalizeH="0" baseline="0" noProof="0">
                <a:ln>
                  <a:noFill/>
                </a:ln>
                <a:solidFill>
                  <a:srgbClr val="F3382E"/>
                </a:solidFill>
                <a:effectLst/>
                <a:uLnTx/>
                <a:uFillTx/>
                <a:latin typeface="Sofia Pro Medium"/>
                <a:ea typeface="+mn-ea"/>
                <a:cs typeface="+mn-cs"/>
              </a:rPr>
              <a:t>red</a:t>
            </a:r>
            <a:endParaRPr lang="en-US" sz="1200" b="0" i="0" u="none" strike="noStrike" kern="1200" cap="none" spc="0" normalizeH="0" baseline="0" noProof="0">
              <a:ln>
                <a:noFill/>
              </a:ln>
              <a:solidFill>
                <a:srgbClr val="F3382E"/>
              </a:solidFill>
              <a:effectLst/>
              <a:uLnTx/>
              <a:uFillTx/>
              <a:latin typeface="Sofia Pro Medium"/>
            </a:endParaRPr>
          </a:p>
        </p:txBody>
      </p:sp>
      <p:sp>
        <p:nvSpPr>
          <p:cNvPr id="4" name="Rectangle 3">
            <a:extLst>
              <a:ext uri="{FF2B5EF4-FFF2-40B4-BE49-F238E27FC236}">
                <a16:creationId xmlns:a16="http://schemas.microsoft.com/office/drawing/2014/main" id="{9D7B1832-D2F0-D468-F755-2C747D35EC14}"/>
              </a:ext>
            </a:extLst>
          </p:cNvPr>
          <p:cNvSpPr/>
          <p:nvPr/>
        </p:nvSpPr>
        <p:spPr>
          <a:xfrm>
            <a:off x="175468" y="1790877"/>
            <a:ext cx="2879240" cy="286885"/>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Chart Formatting</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sp>
        <p:nvSpPr>
          <p:cNvPr id="5" name="Rectangle 3">
            <a:extLst>
              <a:ext uri="{FF2B5EF4-FFF2-40B4-BE49-F238E27FC236}">
                <a16:creationId xmlns:a16="http://schemas.microsoft.com/office/drawing/2014/main" id="{A6AF67E6-AD04-C3E1-0D52-C173B1892408}"/>
              </a:ext>
            </a:extLst>
          </p:cNvPr>
          <p:cNvSpPr/>
          <p:nvPr/>
        </p:nvSpPr>
        <p:spPr>
          <a:xfrm>
            <a:off x="3169083" y="1449335"/>
            <a:ext cx="8763572" cy="279829"/>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'Action Plans' Section</a:t>
            </a:r>
          </a:p>
        </p:txBody>
      </p:sp>
      <p:sp>
        <p:nvSpPr>
          <p:cNvPr id="8" name="Content Placeholder 1">
            <a:extLst>
              <a:ext uri="{FF2B5EF4-FFF2-40B4-BE49-F238E27FC236}">
                <a16:creationId xmlns:a16="http://schemas.microsoft.com/office/drawing/2014/main" id="{9434C505-9568-9B22-5923-E406ECA9AF74}"/>
              </a:ext>
            </a:extLst>
          </p:cNvPr>
          <p:cNvSpPr txBox="1">
            <a:spLocks/>
          </p:cNvSpPr>
          <p:nvPr/>
        </p:nvSpPr>
        <p:spPr>
          <a:xfrm>
            <a:off x="9053387" y="2070303"/>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a:t>
            </a:r>
            <a:r>
              <a:rPr kumimoji="0" lang="en-US" sz="1400" b="1" i="0" u="none" strike="noStrike" kern="1200" cap="none" spc="0" normalizeH="0" baseline="0" noProof="0">
                <a:ln>
                  <a:noFill/>
                </a:ln>
                <a:solidFill>
                  <a:srgbClr val="323D48"/>
                </a:solidFill>
                <a:effectLst/>
                <a:uLnTx/>
                <a:uFillTx/>
                <a:latin typeface="Sofia Pro Medium"/>
                <a:ea typeface="+mn-ea"/>
                <a:cs typeface="+mn-cs"/>
              </a:rPr>
              <a:t>Focus Area Heading]:</a:t>
            </a:r>
            <a:r>
              <a:rPr kumimoji="0" lang="en-US" sz="1400" b="0" i="0" u="none" strike="noStrike" kern="1200" cap="none" spc="0" normalizeH="0" baseline="0" noProof="0">
                <a:ln>
                  <a:noFill/>
                </a:ln>
                <a:solidFill>
                  <a:srgbClr val="323D48"/>
                </a:solidFill>
                <a:effectLst/>
                <a:uLnTx/>
                <a:uFillTx/>
                <a:latin typeface="Sofia Pro Medium"/>
                <a:ea typeface="+mn-ea"/>
                <a:cs typeface="+mn-cs"/>
              </a:rPr>
              <a:t> Action (with timing or frequency) → Expected outcome / measurable impact. </a:t>
            </a:r>
            <a:endParaRPr kumimoji="0" lang="en-US" sz="18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Example: </a:t>
            </a:r>
            <a:endParaRPr kumimoji="0" lang="en-US" sz="18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Improve Sprint Predictability:</a:t>
            </a:r>
            <a:r>
              <a:rPr kumimoji="0" lang="en-US" sz="1400" b="0" i="0" u="none" strike="noStrike" kern="1200" cap="none" spc="0" normalizeH="0" baseline="0" noProof="0">
                <a:ln>
                  <a:noFill/>
                </a:ln>
                <a:solidFill>
                  <a:srgbClr val="323D48"/>
                </a:solidFill>
                <a:effectLst/>
                <a:uLnTx/>
                <a:uFillTx/>
                <a:latin typeface="Sofia Pro Medium"/>
                <a:ea typeface="+mn-ea"/>
                <a:cs typeface="+mn-cs"/>
              </a:rPr>
              <a:t> Tightened refinement process and sprint planning cadence to ensure clear commitments each sprint → sustained predictability in 80–85% range by Q2.</a:t>
            </a: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Sentence should be in 14-point font</a:t>
            </a: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lang="en-US" sz="1400">
                <a:solidFill>
                  <a:srgbClr val="323D48"/>
                </a:solidFill>
                <a:latin typeface="Sofia Pro Medium"/>
              </a:rPr>
              <a:t>Use indicators to tie action items to metrics </a:t>
            </a:r>
            <a:endParaRPr kumimoji="0" lang="en-US" sz="1400" b="0" i="0" u="none" strike="noStrike" kern="1200" cap="none" spc="0" normalizeH="0" baseline="0" noProof="0">
              <a:ln>
                <a:noFill/>
              </a:ln>
              <a:solidFill>
                <a:srgbClr val="323D48"/>
              </a:solidFill>
              <a:effectLst/>
              <a:uLnTx/>
              <a:uFillTx/>
              <a:latin typeface="Sofia Pro Medium" pitchFamily="2" charset="0"/>
              <a:ea typeface="+mn-ea"/>
              <a:cs typeface="+mn-cs"/>
            </a:endParaRPr>
          </a:p>
        </p:txBody>
      </p:sp>
      <p:sp>
        <p:nvSpPr>
          <p:cNvPr id="9" name="Content Placeholder 1">
            <a:extLst>
              <a:ext uri="{FF2B5EF4-FFF2-40B4-BE49-F238E27FC236}">
                <a16:creationId xmlns:a16="http://schemas.microsoft.com/office/drawing/2014/main" id="{61A21454-D0E1-BF9C-21A8-B8394889E4E7}"/>
              </a:ext>
            </a:extLst>
          </p:cNvPr>
          <p:cNvSpPr txBox="1">
            <a:spLocks/>
          </p:cNvSpPr>
          <p:nvPr/>
        </p:nvSpPr>
        <p:spPr>
          <a:xfrm>
            <a:off x="3168021" y="2070303"/>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Pick 2-4 focus area headings per slide:</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 </a:t>
            </a:r>
            <a:r>
              <a:rPr kumimoji="0" lang="en-US" sz="1200" b="1" i="0" u="none" strike="noStrike" kern="1200" cap="none" spc="0" normalizeH="0" baseline="0" noProof="0">
                <a:ln>
                  <a:noFill/>
                </a:ln>
                <a:solidFill>
                  <a:srgbClr val="323D48"/>
                </a:solidFill>
                <a:effectLst/>
                <a:uLnTx/>
                <a:uFillTx/>
                <a:latin typeface="Sofia Pro Medium"/>
                <a:ea typeface="+mn-ea"/>
                <a:cs typeface="+mn-cs"/>
              </a:rPr>
              <a:t>Sprint Predictability</a:t>
            </a:r>
            <a:r>
              <a:rPr kumimoji="0" lang="en-US" sz="1200" b="0" i="0" u="none" strike="noStrike" kern="1200" cap="none" spc="0" normalizeH="0" baseline="0" noProof="0">
                <a:ln>
                  <a:noFill/>
                </a:ln>
                <a:solidFill>
                  <a:srgbClr val="323D48"/>
                </a:solidFill>
                <a:effectLst/>
                <a:uLnTx/>
                <a:uFillTx/>
                <a:latin typeface="Sofia Pro Medium"/>
                <a:ea typeface="+mn-ea"/>
                <a:cs typeface="+mn-cs"/>
              </a:rPr>
              <a:t> (capacity, planning, carryover) </a:t>
            </a:r>
            <a:endParaRPr lang="en-US" sz="1200" b="0" i="0" u="none" strike="noStrike" kern="1200" cap="none" spc="0" normalizeH="0" baseline="0" noProof="0">
              <a:ln>
                <a:noFill/>
              </a:ln>
              <a:solidFill>
                <a:srgbClr val="323D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 </a:t>
            </a:r>
            <a:r>
              <a:rPr kumimoji="0" lang="en-US" sz="1200" b="1" i="0" u="none" strike="noStrike" kern="1200" cap="none" spc="0" normalizeH="0" baseline="0" noProof="0">
                <a:ln>
                  <a:noFill/>
                </a:ln>
                <a:solidFill>
                  <a:srgbClr val="323D48"/>
                </a:solidFill>
                <a:effectLst/>
                <a:uLnTx/>
                <a:uFillTx/>
                <a:latin typeface="Sofia Pro Medium"/>
                <a:ea typeface="+mn-ea"/>
                <a:cs typeface="+mn-cs"/>
              </a:rPr>
              <a:t>Unplanned Work</a:t>
            </a:r>
            <a:r>
              <a:rPr kumimoji="0" lang="en-US" sz="1200" b="0" i="0" u="none" strike="noStrike" kern="1200" cap="none" spc="0" normalizeH="0" baseline="0" noProof="0">
                <a:ln>
                  <a:noFill/>
                </a:ln>
                <a:solidFill>
                  <a:srgbClr val="323D48"/>
                </a:solidFill>
                <a:effectLst/>
                <a:uLnTx/>
                <a:uFillTx/>
                <a:latin typeface="Sofia Pro Medium"/>
                <a:ea typeface="+mn-ea"/>
                <a:cs typeface="+mn-cs"/>
              </a:rPr>
              <a:t> (root causes, prevention, trend management)</a:t>
            </a:r>
            <a:endParaRPr kumimoji="0" lang="en-US" sz="12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Reliability</a:t>
            </a:r>
            <a:r>
              <a:rPr kumimoji="0" lang="en-US" sz="1200" b="0" i="0" u="none" strike="noStrike" kern="1200" cap="none" spc="0" normalizeH="0" baseline="0" noProof="0">
                <a:ln>
                  <a:noFill/>
                </a:ln>
                <a:solidFill>
                  <a:srgbClr val="323E48"/>
                </a:solidFill>
                <a:effectLst/>
                <a:uLnTx/>
                <a:uFillTx/>
                <a:latin typeface="Sofia Pro Medium"/>
                <a:ea typeface="+mn-ea"/>
                <a:cs typeface="+mn-cs"/>
              </a:rPr>
              <a:t> (incident response, MTTR)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Quality/PDR Bugs</a:t>
            </a:r>
            <a:r>
              <a:rPr kumimoji="0" lang="en-US" sz="1200" b="0" i="0" u="none" strike="noStrike" kern="1200" cap="none" spc="0" normalizeH="0" baseline="0" noProof="0">
                <a:ln>
                  <a:noFill/>
                </a:ln>
                <a:solidFill>
                  <a:srgbClr val="323E48"/>
                </a:solidFill>
                <a:effectLst/>
                <a:uLnTx/>
                <a:uFillTx/>
                <a:latin typeface="Sofia Pro Medium"/>
                <a:ea typeface="+mn-ea"/>
                <a:cs typeface="+mn-cs"/>
              </a:rPr>
              <a:t> (bug trend, fix rate, root cause, prevention)</a:t>
            </a:r>
            <a:endParaRPr kumimoji="0" lang="en-US" sz="1200" b="0" i="0" u="none" strike="noStrike" kern="1200" cap="none" spc="0" normalizeH="0" baseline="0" noProof="0">
              <a:ln>
                <a:noFill/>
              </a:ln>
              <a:solidFill>
                <a:srgbClr val="323E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Test / Coverage Improvements</a:t>
            </a:r>
            <a:r>
              <a:rPr kumimoji="0" lang="en-US" sz="1200" b="0" i="0" u="none" strike="noStrike" kern="1200" cap="none" spc="0" normalizeH="0" baseline="0" noProof="0">
                <a:ln>
                  <a:noFill/>
                </a:ln>
                <a:solidFill>
                  <a:srgbClr val="323E48"/>
                </a:solidFill>
                <a:effectLst/>
                <a:uLnTx/>
                <a:uFillTx/>
                <a:latin typeface="Sofia Pro Medium"/>
                <a:ea typeface="+mn-ea"/>
                <a:cs typeface="+mn-cs"/>
              </a:rPr>
              <a:t> (automation, coverage %, regression)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Investment Mix / Focus</a:t>
            </a:r>
            <a:r>
              <a:rPr kumimoji="0" lang="en-US" sz="1200" b="0" i="0" u="none" strike="noStrike" kern="1200" cap="none" spc="0" normalizeH="0" baseline="0" noProof="0">
                <a:ln>
                  <a:noFill/>
                </a:ln>
                <a:solidFill>
                  <a:srgbClr val="323E48"/>
                </a:solidFill>
                <a:effectLst/>
                <a:uLnTx/>
                <a:uFillTx/>
                <a:latin typeface="Sofia Pro Medium"/>
                <a:ea typeface="+mn-ea"/>
                <a:cs typeface="+mn-cs"/>
              </a:rPr>
              <a:t> (shift of resources, expected outcome)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a:t>
            </a:r>
            <a:r>
              <a:rPr kumimoji="0" lang="en-US" sz="1200" b="1" i="0" u="none" strike="noStrike" kern="1200" cap="none" spc="0" normalizeH="0" baseline="0" noProof="0">
                <a:ln>
                  <a:noFill/>
                </a:ln>
                <a:solidFill>
                  <a:srgbClr val="323E48"/>
                </a:solidFill>
                <a:effectLst/>
                <a:uLnTx/>
                <a:uFillTx/>
                <a:latin typeface="Sofia Pro Medium"/>
                <a:ea typeface="+mn-ea"/>
                <a:cs typeface="+mn-cs"/>
              </a:rPr>
              <a:t> Collaboration / Process Improvements</a:t>
            </a:r>
            <a:r>
              <a:rPr kumimoji="0" lang="en-US" sz="1200" b="0" i="0" u="none" strike="noStrike" kern="1200" cap="none" spc="0" normalizeH="0" baseline="0" noProof="0">
                <a:ln>
                  <a:noFill/>
                </a:ln>
                <a:solidFill>
                  <a:srgbClr val="323E48"/>
                </a:solidFill>
                <a:effectLst/>
                <a:uLnTx/>
                <a:uFillTx/>
                <a:latin typeface="Sofia Pro Medium"/>
                <a:ea typeface="+mn-ea"/>
                <a:cs typeface="+mn-cs"/>
              </a:rPr>
              <a:t> (planning cadence, cross-team dependencies) </a:t>
            </a:r>
          </a:p>
          <a:p>
            <a:pPr marL="0" indent="0">
              <a:buNone/>
              <a:defRPr/>
            </a:pPr>
            <a:r>
              <a:rPr lang="en-US" sz="1200" i="1">
                <a:solidFill>
                  <a:srgbClr val="FF0000"/>
                </a:solidFill>
                <a:latin typeface="Sofia Pro Medium"/>
              </a:rPr>
              <a:t>This should be the most insightful things that are bubbling up</a:t>
            </a:r>
          </a:p>
        </p:txBody>
      </p:sp>
      <p:sp>
        <p:nvSpPr>
          <p:cNvPr id="10" name="Content Placeholder 1">
            <a:extLst>
              <a:ext uri="{FF2B5EF4-FFF2-40B4-BE49-F238E27FC236}">
                <a16:creationId xmlns:a16="http://schemas.microsoft.com/office/drawing/2014/main" id="{A35B4603-3857-933C-4502-5F5A1DF73EEE}"/>
              </a:ext>
            </a:extLst>
          </p:cNvPr>
          <p:cNvSpPr txBox="1">
            <a:spLocks/>
          </p:cNvSpPr>
          <p:nvPr/>
        </p:nvSpPr>
        <p:spPr>
          <a:xfrm>
            <a:off x="6110704" y="2076499"/>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Start each supporting sentence with a verb</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Focus, Drive, Implement, Reduce, Increase, Complete, Begin, Prepare, Maintain.</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Include timing or phase</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“in Q2,” “by end of December,” “ongoing weekly review,” “during next sprint cycle”</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End with the impact</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“to stabilize reliability,” “to reach industry benchmark,” “to sustain throughput gains”</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Limit supporting text to one short sentence per bullet </a:t>
            </a:r>
            <a:endParaRPr kumimoji="0" lang="en-US" sz="1400" b="1" i="0" u="none" strike="noStrike" kern="1200" cap="none" spc="0" normalizeH="0" baseline="0" noProof="0">
              <a:ln>
                <a:noFill/>
              </a:ln>
              <a:solidFill>
                <a:srgbClr val="323D48"/>
              </a:solidFill>
              <a:effectLst/>
              <a:uLnTx/>
              <a:uFillTx/>
              <a:latin typeface="Sofia Pro Medium" pitchFamily="2" charset="0"/>
              <a:ea typeface="+mn-ea"/>
              <a:cs typeface="+mn-cs"/>
            </a:endParaRPr>
          </a:p>
        </p:txBody>
      </p:sp>
      <p:sp>
        <p:nvSpPr>
          <p:cNvPr id="11" name="Rectangle 3">
            <a:extLst>
              <a:ext uri="{FF2B5EF4-FFF2-40B4-BE49-F238E27FC236}">
                <a16:creationId xmlns:a16="http://schemas.microsoft.com/office/drawing/2014/main" id="{8DD80B9D-3EA1-A54A-FACC-8D86F43EAB2C}"/>
              </a:ext>
            </a:extLst>
          </p:cNvPr>
          <p:cNvSpPr/>
          <p:nvPr/>
        </p:nvSpPr>
        <p:spPr>
          <a:xfrm>
            <a:off x="3167712" y="1784682"/>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Focus Area Headings</a:t>
            </a:r>
          </a:p>
        </p:txBody>
      </p:sp>
      <p:sp>
        <p:nvSpPr>
          <p:cNvPr id="12" name="Rectangle 3">
            <a:extLst>
              <a:ext uri="{FF2B5EF4-FFF2-40B4-BE49-F238E27FC236}">
                <a16:creationId xmlns:a16="http://schemas.microsoft.com/office/drawing/2014/main" id="{190EF76B-8013-21B9-01D1-EDF565647783}"/>
              </a:ext>
            </a:extLst>
          </p:cNvPr>
          <p:cNvSpPr/>
          <p:nvPr/>
        </p:nvSpPr>
        <p:spPr>
          <a:xfrm>
            <a:off x="6098004" y="1784681"/>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Supporting Information Bullets</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sp>
        <p:nvSpPr>
          <p:cNvPr id="13" name="Rectangle 3">
            <a:extLst>
              <a:ext uri="{FF2B5EF4-FFF2-40B4-BE49-F238E27FC236}">
                <a16:creationId xmlns:a16="http://schemas.microsoft.com/office/drawing/2014/main" id="{D0A7BBDB-FF2F-5FEC-DDC1-E891317B7743}"/>
              </a:ext>
            </a:extLst>
          </p:cNvPr>
          <p:cNvSpPr/>
          <p:nvPr/>
        </p:nvSpPr>
        <p:spPr>
          <a:xfrm>
            <a:off x="9053077" y="1784681"/>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Final Format</a:t>
            </a:r>
          </a:p>
        </p:txBody>
      </p:sp>
      <p:sp>
        <p:nvSpPr>
          <p:cNvPr id="14" name="Rectangle 3">
            <a:extLst>
              <a:ext uri="{FF2B5EF4-FFF2-40B4-BE49-F238E27FC236}">
                <a16:creationId xmlns:a16="http://schemas.microsoft.com/office/drawing/2014/main" id="{147A24D4-8433-E8FA-05DF-16122892B792}"/>
              </a:ext>
            </a:extLst>
          </p:cNvPr>
          <p:cNvSpPr/>
          <p:nvPr/>
        </p:nvSpPr>
        <p:spPr>
          <a:xfrm>
            <a:off x="175468" y="1431560"/>
            <a:ext cx="2879240" cy="286885"/>
          </a:xfrm>
          <a:prstGeom prst="roundRect">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'Key Metrics' Section</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pic>
        <p:nvPicPr>
          <p:cNvPr id="3" name="Graphic 2" descr="Badge 1 with solid fill">
            <a:extLst>
              <a:ext uri="{FF2B5EF4-FFF2-40B4-BE49-F238E27FC236}">
                <a16:creationId xmlns:a16="http://schemas.microsoft.com/office/drawing/2014/main" id="{7470EB40-B3B5-2E35-DA18-3F9181FB78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6070" y="5844230"/>
            <a:ext cx="286885" cy="286885"/>
          </a:xfrm>
          <a:prstGeom prst="rect">
            <a:avLst/>
          </a:prstGeom>
        </p:spPr>
      </p:pic>
      <p:sp>
        <p:nvSpPr>
          <p:cNvPr id="2" name="Right Triangle 1">
            <a:extLst>
              <a:ext uri="{FF2B5EF4-FFF2-40B4-BE49-F238E27FC236}">
                <a16:creationId xmlns:a16="http://schemas.microsoft.com/office/drawing/2014/main" id="{BF5CB13F-FE85-E0E6-CE9C-AF276578A580}"/>
              </a:ext>
            </a:extLst>
          </p:cNvPr>
          <p:cNvSpPr/>
          <p:nvPr/>
        </p:nvSpPr>
        <p:spPr>
          <a:xfrm rot="10800000">
            <a:off x="4896252" y="620935"/>
            <a:ext cx="619475" cy="265814"/>
          </a:xfrm>
          <a:prstGeom prst="rtTriangl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6">
            <a:extLst>
              <a:ext uri="{FF2B5EF4-FFF2-40B4-BE49-F238E27FC236}">
                <a16:creationId xmlns:a16="http://schemas.microsoft.com/office/drawing/2014/main" id="{54A9968D-A5EB-1610-CED8-824B80F3ABBD}"/>
              </a:ext>
            </a:extLst>
          </p:cNvPr>
          <p:cNvSpPr/>
          <p:nvPr/>
        </p:nvSpPr>
        <p:spPr>
          <a:xfrm>
            <a:off x="5397654" y="205355"/>
            <a:ext cx="5347755" cy="514787"/>
          </a:xfrm>
          <a:prstGeom prst="rect">
            <a:avLst/>
          </a:prstGeom>
          <a:solidFill>
            <a:schemeClr val="bg1"/>
          </a:solidFill>
          <a:ln w="38100">
            <a:solidFill>
              <a:schemeClr val="tx2">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0">
              <a:buNone/>
            </a:pPr>
            <a:endParaRPr lang="en-US" sz="1400"/>
          </a:p>
        </p:txBody>
      </p:sp>
      <p:sp>
        <p:nvSpPr>
          <p:cNvPr id="15" name="Rectangle 14">
            <a:extLst>
              <a:ext uri="{FF2B5EF4-FFF2-40B4-BE49-F238E27FC236}">
                <a16:creationId xmlns:a16="http://schemas.microsoft.com/office/drawing/2014/main" id="{A12A96DD-99AC-5BFC-07CD-F253FB97BC2F}"/>
              </a:ext>
            </a:extLst>
          </p:cNvPr>
          <p:cNvSpPr/>
          <p:nvPr/>
        </p:nvSpPr>
        <p:spPr>
          <a:xfrm>
            <a:off x="4896252" y="295251"/>
            <a:ext cx="609252" cy="325684"/>
          </a:xfrm>
          <a:prstGeom prst="rect">
            <a:avLst/>
          </a:prstGeom>
          <a:solidFill>
            <a:srgbClr val="0070C0"/>
          </a:solidFill>
          <a:ln/>
        </p:spPr>
        <p:style>
          <a:lnRef idx="3">
            <a:schemeClr val="lt1"/>
          </a:lnRef>
          <a:fillRef idx="1">
            <a:schemeClr val="accent6"/>
          </a:fillRef>
          <a:effectRef idx="1">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a:t>FYI</a:t>
            </a:r>
          </a:p>
        </p:txBody>
      </p:sp>
      <p:sp>
        <p:nvSpPr>
          <p:cNvPr id="16" name="Text Placeholder 2">
            <a:extLst>
              <a:ext uri="{FF2B5EF4-FFF2-40B4-BE49-F238E27FC236}">
                <a16:creationId xmlns:a16="http://schemas.microsoft.com/office/drawing/2014/main" id="{61A04937-1F84-8C55-2510-D6C63B83E427}"/>
              </a:ext>
            </a:extLst>
          </p:cNvPr>
          <p:cNvSpPr>
            <a:spLocks noGrp="1"/>
          </p:cNvSpPr>
          <p:nvPr/>
        </p:nvSpPr>
        <p:spPr>
          <a:xfrm>
            <a:off x="5589035" y="191118"/>
            <a:ext cx="5019210" cy="494378"/>
          </a:xfrm>
          <a:prstGeom prst="rect">
            <a:avLst/>
          </a:prstGeom>
        </p:spPr>
        <p:txBody>
          <a:bodyPr spcFirstLastPara="1" vert="horz" wrap="square" lIns="91425" tIns="91425" rIns="91425" bIns="91425" rtlCol="0" anchor="t" anchorCtr="0">
            <a:noAutofit/>
          </a:bodyPr>
          <a:lstStyle>
            <a:lvl1pPr marL="609585" lvl="0" indent="-457189" algn="l" defTabSz="914400" rtl="0" eaLnBrk="1" latinLnBrk="0" hangingPunct="1">
              <a:lnSpc>
                <a:spcPct val="100000"/>
              </a:lnSpc>
              <a:spcBef>
                <a:spcPts val="0"/>
              </a:spcBef>
              <a:spcAft>
                <a:spcPts val="0"/>
              </a:spcAft>
              <a:buClr>
                <a:srgbClr val="F4382E"/>
              </a:buClr>
              <a:buSzPts val="1800"/>
              <a:buFont typeface="Arial" panose="020B0604020202020204" pitchFamily="34" charset="0"/>
              <a:buChar char="●"/>
              <a:defRPr sz="2000" b="0" i="0" kern="1200">
                <a:solidFill>
                  <a:srgbClr val="323E48"/>
                </a:solidFill>
                <a:latin typeface="Sofia Pro Medium" pitchFamily="2" charset="0"/>
                <a:ea typeface="+mn-ea"/>
                <a:cs typeface="+mn-cs"/>
              </a:defRPr>
            </a:lvl1pPr>
            <a:lvl2pPr marL="1219170" lvl="1" indent="-423323" algn="l" defTabSz="914400" rtl="0" eaLnBrk="1" latinLnBrk="0" hangingPunct="1">
              <a:lnSpc>
                <a:spcPct val="100000"/>
              </a:lnSpc>
              <a:spcBef>
                <a:spcPts val="2133"/>
              </a:spcBef>
              <a:spcAft>
                <a:spcPts val="0"/>
              </a:spcAft>
              <a:buClr>
                <a:srgbClr val="F4382E"/>
              </a:buClr>
              <a:buSzPts val="1400"/>
              <a:buFont typeface="System Font Regular"/>
              <a:buChar char="○"/>
              <a:defRPr sz="1800" b="0" i="0" kern="1200">
                <a:solidFill>
                  <a:srgbClr val="323E48"/>
                </a:solidFill>
                <a:latin typeface="Sofia Pro Medium" pitchFamily="2" charset="0"/>
                <a:ea typeface="+mn-ea"/>
                <a:cs typeface="+mn-cs"/>
              </a:defRPr>
            </a:lvl2pPr>
            <a:lvl3pPr marL="1828754" lvl="2" indent="-423323" algn="l" defTabSz="914400" rtl="0" eaLnBrk="1" latinLnBrk="0" hangingPunct="1">
              <a:lnSpc>
                <a:spcPct val="100000"/>
              </a:lnSpc>
              <a:spcBef>
                <a:spcPts val="2133"/>
              </a:spcBef>
              <a:spcAft>
                <a:spcPts val="0"/>
              </a:spcAft>
              <a:buClr>
                <a:srgbClr val="F4382E"/>
              </a:buClr>
              <a:buSzPts val="1400"/>
              <a:buFont typeface="Wingdings" pitchFamily="2" charset="2"/>
              <a:buChar char="■"/>
              <a:defRPr sz="1600" b="0" i="0" kern="1200">
                <a:solidFill>
                  <a:srgbClr val="323E48"/>
                </a:solidFill>
                <a:latin typeface="Sofia Pro Medium" pitchFamily="2" charset="0"/>
                <a:ea typeface="+mn-ea"/>
                <a:cs typeface="+mn-cs"/>
              </a:defRPr>
            </a:lvl3pPr>
            <a:lvl4pPr marL="2438339" lvl="3" indent="-423323" algn="l" defTabSz="914400" rtl="0" eaLnBrk="1" latinLnBrk="0" hangingPunct="1">
              <a:lnSpc>
                <a:spcPct val="100000"/>
              </a:lnSpc>
              <a:spcBef>
                <a:spcPts val="2133"/>
              </a:spcBef>
              <a:spcAft>
                <a:spcPts val="0"/>
              </a:spcAft>
              <a:buClr>
                <a:srgbClr val="F4382E"/>
              </a:buClr>
              <a:buSzPts val="1400"/>
              <a:buFont typeface="Wingdings" pitchFamily="2" charset="2"/>
              <a:buChar char="●"/>
              <a:defRPr sz="1400" b="0" i="0" kern="1200">
                <a:solidFill>
                  <a:srgbClr val="323E48"/>
                </a:solidFill>
                <a:latin typeface="Sofia Pro Medium" pitchFamily="2" charset="0"/>
                <a:ea typeface="+mn-ea"/>
                <a:cs typeface="+mn-cs"/>
              </a:defRPr>
            </a:lvl4pPr>
            <a:lvl5pPr marL="3047924" lvl="4" indent="-423323" algn="l" defTabSz="914400" rtl="0" eaLnBrk="1" latinLnBrk="0" hangingPunct="1">
              <a:lnSpc>
                <a:spcPct val="100000"/>
              </a:lnSpc>
              <a:spcBef>
                <a:spcPts val="2133"/>
              </a:spcBef>
              <a:spcAft>
                <a:spcPts val="0"/>
              </a:spcAft>
              <a:buClr>
                <a:srgbClr val="F4382E"/>
              </a:buClr>
              <a:buSzPts val="1400"/>
              <a:buFont typeface="Arial" panose="020B0604020202020204" pitchFamily="34" charset="0"/>
              <a:buChar char="○"/>
              <a:defRPr sz="1400" b="0" i="0" kern="1200">
                <a:solidFill>
                  <a:srgbClr val="323E48"/>
                </a:solidFill>
                <a:latin typeface="Sofia Pro Medium" pitchFamily="2" charset="0"/>
                <a:ea typeface="+mn-ea"/>
                <a:cs typeface="+mn-cs"/>
              </a:defRPr>
            </a:lvl5pPr>
            <a:lvl6pPr marL="3657509" lvl="5"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2133"/>
              </a:spcBef>
              <a:spcAft>
                <a:spcPts val="2133"/>
              </a:spcAft>
              <a:buSzPts val="1400"/>
              <a:buFont typeface="Arial" panose="020B0604020202020204" pitchFamily="34" charset="0"/>
              <a:buChar char="■"/>
              <a:defRPr sz="1800" kern="1200">
                <a:solidFill>
                  <a:schemeClr val="tx1"/>
                </a:solidFill>
                <a:latin typeface="+mn-lt"/>
                <a:ea typeface="+mn-ea"/>
                <a:cs typeface="+mn-cs"/>
              </a:defRPr>
            </a:lvl9pPr>
          </a:lstStyle>
          <a:p>
            <a:pPr marL="152400" indent="0">
              <a:buNone/>
            </a:pPr>
            <a:r>
              <a:rPr lang="en-US" sz="1400">
                <a:latin typeface="Sofia Pro Medium"/>
              </a:rPr>
              <a:t>When your slide is final, please turn the box in </a:t>
            </a:r>
            <a:r>
              <a:rPr lang="en-US" sz="1400">
                <a:solidFill>
                  <a:schemeClr val="tx1"/>
                </a:solidFill>
                <a:highlight>
                  <a:srgbClr val="FFFF00"/>
                </a:highlight>
                <a:latin typeface="Sofia Pro Medium"/>
              </a:rPr>
              <a:t>yellow</a:t>
            </a:r>
            <a:r>
              <a:rPr lang="en-US" sz="1400">
                <a:latin typeface="Sofia Pro Medium"/>
              </a:rPr>
              <a:t> in the upper right-hand corner to </a:t>
            </a:r>
            <a:r>
              <a:rPr lang="en-US" sz="1400">
                <a:solidFill>
                  <a:srgbClr val="00B050"/>
                </a:solidFill>
                <a:latin typeface="Sofia Pro Medium"/>
              </a:rPr>
              <a:t>green</a:t>
            </a:r>
            <a:endParaRPr lang="en-US" sz="1400">
              <a:solidFill>
                <a:srgbClr val="00B050"/>
              </a:solidFill>
            </a:endParaRPr>
          </a:p>
          <a:p>
            <a:pPr marL="152400" indent="0">
              <a:buNone/>
            </a:pPr>
            <a:endParaRPr lang="en-US" sz="1600">
              <a:latin typeface="Sofia Pro Medium"/>
            </a:endParaRPr>
          </a:p>
        </p:txBody>
      </p:sp>
    </p:spTree>
    <p:extLst>
      <p:ext uri="{BB962C8B-B14F-4D97-AF65-F5344CB8AC3E}">
        <p14:creationId xmlns:p14="http://schemas.microsoft.com/office/powerpoint/2010/main" val="2594635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4D8E-0006-ADCE-6A88-4F65CAB7551D}"/>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5BA3CDFF-9488-3BFC-B0D3-B057EE45E550}"/>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2</a:t>
            </a:fld>
            <a:endParaRPr lang="en-US"/>
          </a:p>
        </p:txBody>
      </p:sp>
      <p:sp>
        <p:nvSpPr>
          <p:cNvPr id="5" name="Title 3">
            <a:extLst>
              <a:ext uri="{FF2B5EF4-FFF2-40B4-BE49-F238E27FC236}">
                <a16:creationId xmlns:a16="http://schemas.microsoft.com/office/drawing/2014/main" id="{67F67C4F-F274-093D-1957-6D3B366F8EB2}"/>
              </a:ext>
            </a:extLst>
          </p:cNvPr>
          <p:cNvSpPr txBox="1">
            <a:spLocks/>
          </p:cNvSpPr>
          <p:nvPr/>
        </p:nvSpPr>
        <p:spPr>
          <a:xfrm>
            <a:off x="378077" y="300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Sofia Pro Black"/>
              </a:rPr>
              <a:t>(Area) Scorecard - Template</a:t>
            </a:r>
            <a:endParaRPr lang="en-US" b="0">
              <a:solidFill>
                <a:schemeClr val="tx1"/>
              </a:solidFill>
            </a:endParaRPr>
          </a:p>
        </p:txBody>
      </p:sp>
      <p:sp>
        <p:nvSpPr>
          <p:cNvPr id="9" name="Rectangle 8">
            <a:extLst>
              <a:ext uri="{FF2B5EF4-FFF2-40B4-BE49-F238E27FC236}">
                <a16:creationId xmlns:a16="http://schemas.microsoft.com/office/drawing/2014/main" id="{02B03F26-9701-0A19-28C5-F1E2A48D6D9C}"/>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D81ED246-B4D3-FC48-EDB6-FD16CBAB5AF3}"/>
              </a:ext>
            </a:extLst>
          </p:cNvPr>
          <p:cNvSpPr txBox="1"/>
          <p:nvPr/>
        </p:nvSpPr>
        <p:spPr>
          <a:xfrm>
            <a:off x="179388" y="6119336"/>
            <a:ext cx="4610010" cy="738664"/>
          </a:xfrm>
          <a:prstGeom prst="rect">
            <a:avLst/>
          </a:prstGeom>
          <a:noFill/>
        </p:spPr>
        <p:txBody>
          <a:bodyPr wrap="square" lIns="91440" tIns="45720" rIns="91440" bIns="45720" rtlCol="0" anchor="t">
            <a:spAutoFit/>
          </a:bodyPr>
          <a:lstStyle/>
          <a:p>
            <a:pPr marL="228600" indent="-228600">
              <a:buFont typeface="+mj-lt"/>
              <a:buAutoNum type="arabicPeriod"/>
            </a:pPr>
            <a:r>
              <a:rPr lang="en-US" sz="700"/>
              <a:t>Roadmap = Product, Platform, and Infrastructure Roadmaps</a:t>
            </a:r>
          </a:p>
          <a:p>
            <a:pPr marL="228600" indent="-228600">
              <a:buFont typeface="+mj-lt"/>
              <a:buAutoNum type="arabicPeriod"/>
            </a:pPr>
            <a:r>
              <a:rPr lang="en-US" sz="700"/>
              <a:t>Applies to Product Initiatives only</a:t>
            </a:r>
          </a:p>
          <a:p>
            <a:pPr marL="228600" indent="-228600">
              <a:buFont typeface="+mj-lt"/>
              <a:buAutoNum type="arabicPeriod"/>
            </a:pPr>
            <a:r>
              <a:rPr lang="en-US" sz="700"/>
              <a:t>Reported Quarterly</a:t>
            </a:r>
          </a:p>
          <a:p>
            <a:pPr marL="228600" indent="-228600">
              <a:buFont typeface="+mj-lt"/>
              <a:buAutoNum type="arabicPeriod"/>
            </a:pPr>
            <a:r>
              <a:rPr lang="en-US" sz="700"/>
              <a:t>Targets TBD. To be set after first baseline at end of Q3</a:t>
            </a:r>
          </a:p>
          <a:p>
            <a:pPr marL="228600" indent="-228600">
              <a:buFont typeface="+mj-lt"/>
              <a:buAutoNum type="arabicPeriod"/>
            </a:pPr>
            <a:r>
              <a:rPr lang="en-US" sz="700"/>
              <a:t>PDR Defects prioritized for the team to address in the current month</a:t>
            </a:r>
            <a:endParaRPr lang="en-US" sz="700">
              <a:ea typeface="Calibri"/>
              <a:cs typeface="Calibri"/>
            </a:endParaRPr>
          </a:p>
          <a:p>
            <a:pPr marL="228600" indent="-228600">
              <a:buFont typeface="+mj-lt"/>
              <a:buAutoNum type="arabicPeriod"/>
            </a:pPr>
            <a:r>
              <a:rPr lang="en-US" sz="700"/>
              <a:t>Available at the company level; Estimate to close gaps at Group/Team level by Q4</a:t>
            </a:r>
            <a:endParaRPr lang="en-US" sz="700">
              <a:ea typeface="Calibri"/>
              <a:cs typeface="Calibri"/>
            </a:endParaRPr>
          </a:p>
        </p:txBody>
      </p:sp>
      <p:graphicFrame>
        <p:nvGraphicFramePr>
          <p:cNvPr id="16" name="Table 15">
            <a:extLst>
              <a:ext uri="{FF2B5EF4-FFF2-40B4-BE49-F238E27FC236}">
                <a16:creationId xmlns:a16="http://schemas.microsoft.com/office/drawing/2014/main" id="{98E49C4D-734C-598F-6729-1F92D45FD36B}"/>
              </a:ext>
            </a:extLst>
          </p:cNvPr>
          <p:cNvGraphicFramePr>
            <a:graphicFrameLocks noGrp="1"/>
          </p:cNvGraphicFramePr>
          <p:nvPr/>
        </p:nvGraphicFramePr>
        <p:xfrm>
          <a:off x="4250701" y="636099"/>
          <a:ext cx="4391537" cy="4513724"/>
        </p:xfrm>
        <a:graphic>
          <a:graphicData uri="http://schemas.openxmlformats.org/drawingml/2006/table">
            <a:tbl>
              <a:tblPr firstRow="1" bandRow="1">
                <a:tableStyleId>{F5AB1C69-6EDB-4FF4-983F-18BD219EF322}</a:tableStyleId>
              </a:tblPr>
              <a:tblGrid>
                <a:gridCol w="1165101">
                  <a:extLst>
                    <a:ext uri="{9D8B030D-6E8A-4147-A177-3AD203B41FA5}">
                      <a16:colId xmlns:a16="http://schemas.microsoft.com/office/drawing/2014/main" val="20000"/>
                    </a:ext>
                  </a:extLst>
                </a:gridCol>
                <a:gridCol w="806609">
                  <a:extLst>
                    <a:ext uri="{9D8B030D-6E8A-4147-A177-3AD203B41FA5}">
                      <a16:colId xmlns:a16="http://schemas.microsoft.com/office/drawing/2014/main" val="294716103"/>
                    </a:ext>
                  </a:extLst>
                </a:gridCol>
                <a:gridCol w="806609">
                  <a:extLst>
                    <a:ext uri="{9D8B030D-6E8A-4147-A177-3AD203B41FA5}">
                      <a16:colId xmlns:a16="http://schemas.microsoft.com/office/drawing/2014/main" val="367986570"/>
                    </a:ext>
                  </a:extLst>
                </a:gridCol>
                <a:gridCol w="806609">
                  <a:extLst>
                    <a:ext uri="{9D8B030D-6E8A-4147-A177-3AD203B41FA5}">
                      <a16:colId xmlns:a16="http://schemas.microsoft.com/office/drawing/2014/main" val="3557882156"/>
                    </a:ext>
                  </a:extLst>
                </a:gridCol>
                <a:gridCol w="806609">
                  <a:extLst>
                    <a:ext uri="{9D8B030D-6E8A-4147-A177-3AD203B41FA5}">
                      <a16:colId xmlns:a16="http://schemas.microsoft.com/office/drawing/2014/main" val="1089233158"/>
                    </a:ext>
                  </a:extLst>
                </a:gridCol>
              </a:tblGrid>
              <a:tr h="210312">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77046">
                <a:tc>
                  <a:txBody>
                    <a:bodyPr/>
                    <a:lstStyle/>
                    <a:p>
                      <a:pPr>
                        <a:defRPr sz="1000"/>
                      </a:pPr>
                      <a:r>
                        <a:rPr lang="en-US" sz="900">
                          <a:latin typeface="+mn-lt"/>
                        </a:rPr>
                        <a:t>Sprint Predictability</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53.5%</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66.7%</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rgbClr val="00B050"/>
                          </a:solidFill>
                          <a:latin typeface="Sofia Pro Medium"/>
                        </a:rPr>
                        <a:t>↑</a:t>
                      </a:r>
                      <a:r>
                        <a:rPr lang="en-US" sz="900" b="0" i="0" u="none" strike="noStrike" noProof="0">
                          <a:solidFill>
                            <a:srgbClr val="00B050"/>
                          </a:solidFill>
                          <a:latin typeface="+mn-lt"/>
                        </a:rPr>
                        <a:t> 13.2</a:t>
                      </a: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4.3</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5.95</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rgbClr val="FF0000"/>
                          </a:solidFill>
                          <a:latin typeface="Sofia Pro Medium"/>
                        </a:rPr>
                        <a:t>↑</a:t>
                      </a:r>
                      <a:r>
                        <a:rPr lang="en-US" sz="900" b="0" i="0" u="none" strike="noStrike" noProof="0">
                          <a:solidFill>
                            <a:srgbClr val="FF0000"/>
                          </a:solidFill>
                          <a:latin typeface="+mn-lt"/>
                        </a:rPr>
                        <a:t> 1.65</a:t>
                      </a: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latin typeface="+mn-lt"/>
                        </a:rPr>
                        <a:t>Unplanned Work %</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9%</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14%</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kern="1200" noProof="0">
                          <a:solidFill>
                            <a:srgbClr val="FF0000"/>
                          </a:solidFill>
                          <a:latin typeface="Sofia Pro Medium"/>
                          <a:ea typeface="+mn-ea"/>
                          <a:cs typeface="+mn-cs"/>
                        </a:rPr>
                        <a:t>↑</a:t>
                      </a:r>
                      <a:r>
                        <a:rPr lang="en-US" sz="900" b="0" i="0" u="none" strike="noStrike" kern="1200" noProof="0">
                          <a:solidFill>
                            <a:srgbClr val="FF0000"/>
                          </a:solidFill>
                          <a:latin typeface="+mn-lt"/>
                          <a:ea typeface="+mn-ea"/>
                          <a:cs typeface="+mn-cs"/>
                        </a:rPr>
                        <a:t> 5</a:t>
                      </a: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r>
                        <a:rPr lang="en-US" sz="900" b="0" i="0" u="none" strike="noStrike" kern="1200" noProof="0">
                          <a:solidFill>
                            <a:schemeClr val="tx1"/>
                          </a:solidFill>
                          <a:latin typeface="+mn-lt"/>
                          <a:ea typeface="+mn-ea"/>
                          <a:cs typeface="+mn-cs"/>
                        </a:rPr>
                        <a:t>↔</a:t>
                      </a: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046">
                <a:tc>
                  <a:txBody>
                    <a:bodyPr/>
                    <a:lstStyle/>
                    <a:p>
                      <a:pPr>
                        <a:defRPr sz="1000"/>
                      </a:pPr>
                      <a:r>
                        <a:rPr lang="en-US" sz="900">
                          <a:latin typeface="+mn-lt"/>
                        </a:rPr>
                        <a:t>Sev 1/2/3 Incidents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0 / 0 / 0</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0 / 0 / 2 </a:t>
                      </a:r>
                    </a:p>
                  </a:txBody>
                  <a:tcPr marL="51435" marR="51435" marT="25717" marB="25717"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a:t>
                      </a:r>
                      <a:r>
                        <a:rPr lang="en-US" sz="900" b="0" i="0" u="none" strike="noStrike" noProof="0">
                          <a:solidFill>
                            <a:srgbClr val="FF0000"/>
                          </a:solidFill>
                          <a:latin typeface="Sofia Pro Medium"/>
                        </a:rPr>
                        <a:t>↑ 2</a:t>
                      </a: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7" marB="25717" anchor="ctr"/>
                </a:tc>
                <a:tc>
                  <a:txBody>
                    <a:bodyPr/>
                    <a:lstStyle/>
                    <a:p>
                      <a:pPr marL="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t>
                      </a:r>
                      <a:endParaRPr lang="en-US" sz="900">
                        <a:solidFill>
                          <a:schemeClr val="tx1"/>
                        </a:solidFill>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103223">
                <a:tc>
                  <a:txBody>
                    <a:bodyPr/>
                    <a:lstStyle/>
                    <a:p>
                      <a:pPr>
                        <a:defRPr sz="1000"/>
                      </a:pPr>
                      <a:r>
                        <a:rPr lang="en-US" sz="900" strike="noStrike">
                          <a:latin typeface="+mn-lt"/>
                        </a:rPr>
                        <a:t>Dispositioned PDR Bugs</a:t>
                      </a:r>
                      <a:r>
                        <a:rPr lang="en-US" sz="900" strike="noStrike" baseline="30000">
                          <a:latin typeface="+mn-lt"/>
                        </a:rPr>
                        <a:t>1</a:t>
                      </a:r>
                      <a:endParaRPr lang="en-US" sz="9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chemeClr val="tx1"/>
                          </a:solidFill>
                          <a:latin typeface="+mn-lt"/>
                        </a:rPr>
                        <a:t>Assigned: 1</a:t>
                      </a:r>
                      <a:endParaRPr lang="en-US" sz="900" b="0" i="0" u="none" strike="noStrike" noProof="0">
                        <a:solidFill>
                          <a:srgbClr val="323D48"/>
                        </a:solidFill>
                        <a:latin typeface="+mn-lt"/>
                      </a:endParaRPr>
                    </a:p>
                    <a:p>
                      <a:pPr marL="0" lvl="0" indent="0" algn="l">
                        <a:lnSpc>
                          <a:spcPct val="100000"/>
                        </a:lnSpc>
                        <a:spcBef>
                          <a:spcPts val="0"/>
                        </a:spcBef>
                        <a:spcAft>
                          <a:spcPts val="0"/>
                        </a:spcAft>
                        <a:buNone/>
                      </a:pPr>
                      <a:r>
                        <a:rPr lang="en-US" sz="900" b="0" i="0" u="none" strike="noStrike" noProof="0">
                          <a:solidFill>
                            <a:schemeClr val="tx1"/>
                          </a:solidFill>
                          <a:latin typeface="+mn-lt"/>
                        </a:rPr>
                        <a:t>Resolved: 0</a:t>
                      </a:r>
                      <a:endParaRPr lang="en-US">
                        <a:latin typeface="+mn-lt"/>
                      </a:endParaRP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chemeClr val="tx1"/>
                          </a:solidFill>
                          <a:latin typeface="Sofia Pro Medium"/>
                        </a:rPr>
                        <a:t>Assigned: 3</a:t>
                      </a:r>
                      <a:endParaRPr lang="en-US" sz="900" b="0" i="0" u="none" strike="noStrike" noProof="0">
                        <a:solidFill>
                          <a:srgbClr val="323D48"/>
                        </a:solidFill>
                        <a:latin typeface="Sofia Pro Medium"/>
                      </a:endParaRPr>
                    </a:p>
                    <a:p>
                      <a:pPr marL="0" lvl="0" indent="0" algn="l">
                        <a:lnSpc>
                          <a:spcPct val="100000"/>
                        </a:lnSpc>
                        <a:spcBef>
                          <a:spcPts val="0"/>
                        </a:spcBef>
                        <a:spcAft>
                          <a:spcPts val="0"/>
                        </a:spcAft>
                        <a:buNone/>
                      </a:pPr>
                      <a:r>
                        <a:rPr lang="en-US" sz="900" b="0" i="0" u="none" strike="noStrike" noProof="0">
                          <a:solidFill>
                            <a:schemeClr val="tx1"/>
                          </a:solidFill>
                          <a:latin typeface="Sofia Pro Medium"/>
                        </a:rPr>
                        <a:t>Resolved: 3</a:t>
                      </a:r>
                      <a:endParaRPr lang="en-US"/>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a:t>
                      </a:r>
                      <a:r>
                        <a:rPr lang="en-US" sz="900" b="0" i="0" u="none" strike="noStrike" noProof="0">
                          <a:solidFill>
                            <a:srgbClr val="FF0000"/>
                          </a:solidFill>
                          <a:latin typeface="Sofia Pro Medium"/>
                        </a:rPr>
                        <a:t>↑ 2</a:t>
                      </a:r>
                      <a:endParaRPr lang="en-US" sz="900" b="0" i="0" u="none" strike="noStrike" noProof="0">
                        <a:solidFill>
                          <a:srgbClr val="FF0000"/>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a:t>
                      </a:r>
                      <a:r>
                        <a:rPr lang="en-US" sz="900" b="0" i="0" u="none" strike="noStrike" noProof="0">
                          <a:solidFill>
                            <a:srgbClr val="00B050"/>
                          </a:solidFill>
                          <a:latin typeface="Sofia Pro Medium"/>
                        </a:rPr>
                        <a:t>↑ 3</a:t>
                      </a: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046">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 ]</a:t>
                      </a: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Sofia Pro Medium"/>
                        </a:rPr>
                        <a:t>[ ]</a:t>
                      </a:r>
                      <a:endParaRPr lang="en-US"/>
                    </a:p>
                  </a:txBody>
                  <a:tcPr marL="51435" marR="51435" marT="25717" marB="2571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 ]</a:t>
                      </a: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000000"/>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40%</a:t>
                      </a:r>
                    </a:p>
                  </a:txBody>
                  <a:tcPr marL="51435" marR="51435" marT="25717" marB="25717" anchor="ctr"/>
                </a:tc>
                <a:tc>
                  <a:txBody>
                    <a:bodyPr/>
                    <a:lstStyle/>
                    <a:p>
                      <a:pPr lvl="0">
                        <a:buNone/>
                      </a:pPr>
                      <a:r>
                        <a:rPr lang="en-US" sz="900" b="0" i="0" u="none" strike="noStrike" noProof="0">
                          <a:solidFill>
                            <a:srgbClr val="000000"/>
                          </a:solidFill>
                          <a:latin typeface="+mn-lt"/>
                        </a:rPr>
                        <a:t>80%</a:t>
                      </a:r>
                    </a:p>
                  </a:txBody>
                  <a:tcPr marL="51435" marR="51435" marT="25717" marB="25717" anchor="ctr"/>
                </a:tc>
                <a:tc>
                  <a:txBody>
                    <a:bodyPr/>
                    <a:lstStyle/>
                    <a:p>
                      <a:pPr lvl="0">
                        <a:buNone/>
                      </a:pPr>
                      <a:r>
                        <a:rPr lang="en-US" sz="900" b="0" i="0" u="none" strike="noStrike" noProof="0">
                          <a:solidFill>
                            <a:srgbClr val="00B050"/>
                          </a:solidFill>
                          <a:latin typeface="Sofia Pro Medium"/>
                        </a:rPr>
                        <a:t>↑ 40</a:t>
                      </a:r>
                      <a:endParaRPr lang="en-US"/>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2967">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63%</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16%</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2%</a:t>
                      </a:r>
                      <a:endParaRPr lang="pt-BR">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69%</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12%</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18%</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1%</a:t>
                      </a:r>
                      <a:endParaRPr lang="pt-BR"/>
                    </a:p>
                  </a:txBody>
                  <a:tcPr marL="51435" marR="51435" marT="25717" marB="25717" anchor="ctr"/>
                </a:tc>
                <a:tc>
                  <a:txBody>
                    <a:bodyPr/>
                    <a:lstStyle/>
                    <a:p>
                      <a:r>
                        <a:rPr lang="pt-BR" sz="900">
                          <a:solidFill>
                            <a:schemeClr val="tx1"/>
                          </a:solidFill>
                          <a:latin typeface="+mn-lt"/>
                        </a:rPr>
                        <a:t>R: </a:t>
                      </a:r>
                      <a:r>
                        <a:rPr lang="en-US" sz="900" b="0" i="0" u="none" strike="noStrike" noProof="0">
                          <a:solidFill>
                            <a:schemeClr val="tx1"/>
                          </a:solidFill>
                          <a:latin typeface="+mn-lt"/>
                        </a:rPr>
                        <a:t>↑6</a:t>
                      </a:r>
                      <a:r>
                        <a:rPr lang="pt-BR" sz="900">
                          <a:solidFill>
                            <a:schemeClr val="tx1"/>
                          </a:solidFill>
                          <a:latin typeface="+mn-lt"/>
                        </a:rPr>
                        <a:t>%</a:t>
                      </a:r>
                    </a:p>
                    <a:p>
                      <a:r>
                        <a:rPr lang="pt-BR" sz="900">
                          <a:solidFill>
                            <a:schemeClr val="tx1"/>
                          </a:solidFill>
                          <a:latin typeface="+mn-lt"/>
                        </a:rPr>
                        <a:t>T: </a:t>
                      </a:r>
                      <a:r>
                        <a:rPr lang="en-US" sz="900" b="0" i="0" u="none" strike="noStrike" noProof="0">
                          <a:solidFill>
                            <a:schemeClr val="tx1"/>
                          </a:solidFill>
                          <a:latin typeface="+mn-lt"/>
                        </a:rPr>
                        <a:t>↓7</a:t>
                      </a:r>
                      <a:r>
                        <a:rPr lang="pt-BR" sz="900">
                          <a:solidFill>
                            <a:schemeClr val="tx1"/>
                          </a:solidFill>
                          <a:latin typeface="+mn-lt"/>
                        </a:rPr>
                        <a:t>%</a:t>
                      </a:r>
                    </a:p>
                    <a:p>
                      <a:r>
                        <a:rPr lang="pt-BR" sz="900">
                          <a:solidFill>
                            <a:schemeClr val="tx1"/>
                          </a:solidFill>
                          <a:latin typeface="+mn-lt"/>
                        </a:rPr>
                        <a:t>M: </a:t>
                      </a:r>
                      <a:r>
                        <a:rPr lang="en-US" sz="900" b="0" i="0" u="none" strike="noStrike" noProof="0">
                          <a:solidFill>
                            <a:schemeClr val="tx1"/>
                          </a:solidFill>
                          <a:latin typeface="+mn-lt"/>
                        </a:rPr>
                        <a:t>↑2</a:t>
                      </a:r>
                      <a:r>
                        <a:rPr lang="pt-BR" sz="900" b="0" i="0" u="none" strike="noStrike" noProof="0">
                          <a:solidFill>
                            <a:schemeClr val="tx1"/>
                          </a:solidFill>
                          <a:latin typeface="+mn-lt"/>
                        </a:rPr>
                        <a:t>%</a:t>
                      </a:r>
                      <a:endParaRPr lang="en-US" sz="900" b="0" i="0" u="none" strike="noStrike" noProof="0">
                        <a:solidFill>
                          <a:schemeClr val="tx1"/>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O: </a:t>
                      </a:r>
                      <a:r>
                        <a:rPr lang="en-US" sz="900" b="0" i="0" u="none" strike="noStrike" noProof="0">
                          <a:solidFill>
                            <a:schemeClr val="accent6">
                              <a:lumMod val="49000"/>
                            </a:schemeClr>
                          </a:solidFill>
                          <a:latin typeface="+mn-lt"/>
                        </a:rPr>
                        <a:t>↓1</a:t>
                      </a:r>
                      <a:r>
                        <a:rPr lang="pt-BR" sz="900" b="0" i="0" u="none" strike="noStrike" noProof="0">
                          <a:solidFill>
                            <a:schemeClr val="accent6">
                              <a:lumMod val="49000"/>
                            </a:schemeClr>
                          </a:solidFill>
                          <a:latin typeface="+mn-lt"/>
                        </a:rPr>
                        <a:t>%</a:t>
                      </a:r>
                      <a:endParaRPr lang="en-US" sz="900" b="0" i="0" u="none" strike="noStrike" noProof="0">
                        <a:solidFill>
                          <a:schemeClr val="accent6">
                            <a:lumMod val="49000"/>
                          </a:schemeClr>
                        </a:solidFill>
                        <a:latin typeface="+mn-lt"/>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046">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323D48"/>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046">
                <a:tc>
                  <a:txBody>
                    <a:bodyPr/>
                    <a:lstStyle/>
                    <a:p>
                      <a:pPr>
                        <a:defRPr sz="1000"/>
                      </a:pPr>
                      <a:r>
                        <a:rPr lang="en-US" sz="900">
                          <a:latin typeface="+mn-lt"/>
                        </a:rPr>
                        <a:t>Lead Time for Cha</a:t>
                      </a:r>
                      <a:r>
                        <a:rPr lang="en-US" sz="900" kern="1200">
                          <a:solidFill>
                            <a:schemeClr val="dk1"/>
                          </a:solidFill>
                          <a:latin typeface="+mn-lt"/>
                          <a:ea typeface="+mn-ea"/>
                          <a:cs typeface="+mn-cs"/>
                        </a:rPr>
                        <a:t>ng</a:t>
                      </a:r>
                      <a:r>
                        <a:rPr lang="en-US" sz="900">
                          <a:latin typeface="+mn-lt"/>
                        </a:rPr>
                        <a:t>es</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323D48"/>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AC9A5ABD-D51D-29EC-A07C-62F40CFB4513}"/>
              </a:ext>
            </a:extLst>
          </p:cNvPr>
          <p:cNvSpPr txBox="1"/>
          <p:nvPr/>
        </p:nvSpPr>
        <p:spPr>
          <a:xfrm>
            <a:off x="4203202" y="5198349"/>
            <a:ext cx="4480560"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879C3064-929D-AAD7-6F75-931709582DEE}"/>
              </a:ext>
            </a:extLst>
          </p:cNvPr>
          <p:cNvSpPr txBox="1"/>
          <p:nvPr/>
        </p:nvSpPr>
        <p:spPr>
          <a:xfrm>
            <a:off x="8855403" y="5070678"/>
            <a:ext cx="2975080" cy="1079783"/>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245" indent="-182245" defTabSz="1280160">
              <a:spcBef>
                <a:spcPts val="280"/>
              </a:spcBef>
              <a:spcAft>
                <a:spcPts val="280"/>
              </a:spcAft>
              <a:buFont typeface="Wingdings" panose="05000000000000000000" pitchFamily="2" charset="2"/>
              <a:buChar char="§"/>
              <a:defRPr/>
            </a:pPr>
            <a:r>
              <a:rPr lang="en-US" sz="1050" b="1">
                <a:cs typeface="Calibri"/>
              </a:rPr>
              <a:t>Team Resources: </a:t>
            </a:r>
            <a:r>
              <a:rPr lang="en-US" sz="1050">
                <a:cs typeface="Calibri"/>
              </a:rPr>
              <a:t>5 Teams (37 Eng, 5 EM, 4 PM, 9 Test, 2 UX)</a:t>
            </a:r>
            <a:endParaRPr lang="en-US" sz="1050">
              <a:ea typeface="Calibri"/>
              <a:cs typeface="Calibri"/>
            </a:endParaRPr>
          </a:p>
          <a:p>
            <a:pPr marL="182245" indent="-182245">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Engr (82% US, 12% CZ) PM &amp; UX (100% US)</a:t>
            </a:r>
            <a:endParaRPr lang="en-US" sz="1050" b="1">
              <a:cs typeface="Calibri"/>
            </a:endParaRPr>
          </a:p>
        </p:txBody>
      </p:sp>
      <p:pic>
        <p:nvPicPr>
          <p:cNvPr id="20" name="Graphic 19" descr="Badge 1 with solid fill">
            <a:extLst>
              <a:ext uri="{FF2B5EF4-FFF2-40B4-BE49-F238E27FC236}">
                <a16:creationId xmlns:a16="http://schemas.microsoft.com/office/drawing/2014/main" id="{A3ED3694-BEEE-74E1-4205-1D79A5ABA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1" name="Graphic 20" descr="Badge with solid fill">
            <a:extLst>
              <a:ext uri="{FF2B5EF4-FFF2-40B4-BE49-F238E27FC236}">
                <a16:creationId xmlns:a16="http://schemas.microsoft.com/office/drawing/2014/main" id="{386D7520-81C0-B588-6F2E-F5AA057F1C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2196574"/>
            <a:ext cx="283464" cy="283464"/>
          </a:xfrm>
          <a:prstGeom prst="rect">
            <a:avLst/>
          </a:prstGeom>
        </p:spPr>
      </p:pic>
      <p:sp>
        <p:nvSpPr>
          <p:cNvPr id="11" name="TextBox 10">
            <a:extLst>
              <a:ext uri="{FF2B5EF4-FFF2-40B4-BE49-F238E27FC236}">
                <a16:creationId xmlns:a16="http://schemas.microsoft.com/office/drawing/2014/main" id="{595DCD80-454C-DF14-FA53-602A0E13B5DB}"/>
              </a:ext>
            </a:extLst>
          </p:cNvPr>
          <p:cNvSpPr txBox="1"/>
          <p:nvPr/>
        </p:nvSpPr>
        <p:spPr>
          <a:xfrm>
            <a:off x="8990061" y="1208423"/>
            <a:ext cx="2981804" cy="3347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Sprint Predictability:</a:t>
            </a:r>
            <a:r>
              <a:rPr lang="en-US" sz="1100">
                <a:solidFill>
                  <a:srgbClr val="323E48"/>
                </a:solidFill>
                <a:latin typeface="Sofia Pro Medium"/>
                <a:cs typeface="Segoe UI"/>
              </a:rPr>
              <a:t> Enforce consistent refinement and capacity planning before sprint start, with explicit prod‑support hold back → Predictability sustained in the 80–85% range by end of Q4</a:t>
            </a:r>
            <a:endParaRPr lang="en-US">
              <a:latin typeface="Sofia Pro Medium"/>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Cycle Time</a:t>
            </a:r>
            <a:r>
              <a:rPr lang="en-US" sz="1100">
                <a:solidFill>
                  <a:srgbClr val="323E48"/>
                </a:solidFill>
                <a:latin typeface="Sofia Pro Medium"/>
                <a:cs typeface="Segoe UI"/>
              </a:rPr>
              <a:t>: Implement daily board hygiene checks for Tech/PO sign-offs → Maintain cycle time range between 5-8 days</a:t>
            </a:r>
          </a:p>
          <a:p>
            <a:endParaRPr lang="en-US" sz="1100">
              <a:solidFill>
                <a:srgbClr val="323E48"/>
              </a:solidFill>
              <a:latin typeface="Sofia Pro Medium"/>
              <a:cs typeface="Segoe UI"/>
            </a:endParaRPr>
          </a:p>
          <a:p>
            <a:r>
              <a:rPr lang="en-US" sz="1100" b="1">
                <a:solidFill>
                  <a:srgbClr val="323E48"/>
                </a:solidFill>
                <a:latin typeface="Sofia Pro Medium"/>
                <a:cs typeface="Segoe UI"/>
              </a:rPr>
              <a:t>Incidents: </a:t>
            </a:r>
            <a:r>
              <a:rPr lang="en-US" sz="1100">
                <a:solidFill>
                  <a:srgbClr val="323E48"/>
                </a:solidFill>
                <a:latin typeface="Sofia Pro Medium"/>
                <a:cs typeface="Segoe UI"/>
              </a:rPr>
              <a:t>Configure deployment monitoring and setup synthetics against Carbon -&gt; Reduce preventable incidents to 0 for March</a:t>
            </a: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pic>
        <p:nvPicPr>
          <p:cNvPr id="12" name="Graphic 11" descr="Badge 1 with solid fill">
            <a:extLst>
              <a:ext uri="{FF2B5EF4-FFF2-40B4-BE49-F238E27FC236}">
                <a16:creationId xmlns:a16="http://schemas.microsoft.com/office/drawing/2014/main" id="{5643BE64-7E8E-BA1E-9083-735B7A0B82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48041" y="1206725"/>
            <a:ext cx="286885" cy="286885"/>
          </a:xfrm>
          <a:prstGeom prst="rect">
            <a:avLst/>
          </a:prstGeom>
        </p:spPr>
      </p:pic>
      <p:pic>
        <p:nvPicPr>
          <p:cNvPr id="2" name="Graphic 1" descr="Badge with solid fill">
            <a:extLst>
              <a:ext uri="{FF2B5EF4-FFF2-40B4-BE49-F238E27FC236}">
                <a16:creationId xmlns:a16="http://schemas.microsoft.com/office/drawing/2014/main" id="{878A8B5E-7443-77CC-F208-D34F5CFCFD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52861" y="1434573"/>
            <a:ext cx="283464" cy="283464"/>
          </a:xfrm>
          <a:prstGeom prst="rect">
            <a:avLst/>
          </a:prstGeom>
        </p:spPr>
      </p:pic>
      <p:pic>
        <p:nvPicPr>
          <p:cNvPr id="3" name="Graphic 2" descr="Badge 3 with solid fill">
            <a:extLst>
              <a:ext uri="{FF2B5EF4-FFF2-40B4-BE49-F238E27FC236}">
                <a16:creationId xmlns:a16="http://schemas.microsoft.com/office/drawing/2014/main" id="{4105EAD9-69E3-1A33-F59A-5DDD975E8E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10823" y="3009038"/>
            <a:ext cx="283464" cy="283464"/>
          </a:xfrm>
          <a:prstGeom prst="rect">
            <a:avLst/>
          </a:prstGeom>
        </p:spPr>
      </p:pic>
      <p:pic>
        <p:nvPicPr>
          <p:cNvPr id="7" name="Graphic 6" descr="Badge 3 with solid fill">
            <a:extLst>
              <a:ext uri="{FF2B5EF4-FFF2-40B4-BE49-F238E27FC236}">
                <a16:creationId xmlns:a16="http://schemas.microsoft.com/office/drawing/2014/main" id="{F7C26A62-FF9E-88C2-512D-C60B79CB9D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62000" y="2196573"/>
            <a:ext cx="283464" cy="283464"/>
          </a:xfrm>
          <a:prstGeom prst="rect">
            <a:avLst/>
          </a:prstGeom>
        </p:spPr>
      </p:pic>
      <p:graphicFrame>
        <p:nvGraphicFramePr>
          <p:cNvPr id="10" name="Table 9">
            <a:extLst>
              <a:ext uri="{FF2B5EF4-FFF2-40B4-BE49-F238E27FC236}">
                <a16:creationId xmlns:a16="http://schemas.microsoft.com/office/drawing/2014/main" id="{CD50F4BC-F6F7-C5A3-A4CA-49CE62667436}"/>
              </a:ext>
            </a:extLst>
          </p:cNvPr>
          <p:cNvGraphicFramePr>
            <a:graphicFrameLocks noGrp="1"/>
          </p:cNvGraphicFramePr>
          <p:nvPr>
            <p:extLst>
              <p:ext uri="{D42A27DB-BD31-4B8C-83A1-F6EECF244321}">
                <p14:modId xmlns:p14="http://schemas.microsoft.com/office/powerpoint/2010/main" val="381732368"/>
              </p:ext>
            </p:extLst>
          </p:nvPr>
        </p:nvGraphicFramePr>
        <p:xfrm>
          <a:off x="115186" y="611372"/>
          <a:ext cx="4067808" cy="5538893"/>
        </p:xfrm>
        <a:graphic>
          <a:graphicData uri="http://schemas.openxmlformats.org/drawingml/2006/table">
            <a:tbl>
              <a:tblPr/>
              <a:tblGrid>
                <a:gridCol w="1349933">
                  <a:extLst>
                    <a:ext uri="{9D8B030D-6E8A-4147-A177-3AD203B41FA5}">
                      <a16:colId xmlns:a16="http://schemas.microsoft.com/office/drawing/2014/main" val="4020321783"/>
                    </a:ext>
                  </a:extLst>
                </a:gridCol>
                <a:gridCol w="464039">
                  <a:extLst>
                    <a:ext uri="{9D8B030D-6E8A-4147-A177-3AD203B41FA5}">
                      <a16:colId xmlns:a16="http://schemas.microsoft.com/office/drawing/2014/main" val="2916261017"/>
                    </a:ext>
                  </a:extLst>
                </a:gridCol>
                <a:gridCol w="307388">
                  <a:extLst>
                    <a:ext uri="{9D8B030D-6E8A-4147-A177-3AD203B41FA5}">
                      <a16:colId xmlns:a16="http://schemas.microsoft.com/office/drawing/2014/main" val="2483959070"/>
                    </a:ext>
                  </a:extLst>
                </a:gridCol>
                <a:gridCol w="189834">
                  <a:extLst>
                    <a:ext uri="{9D8B030D-6E8A-4147-A177-3AD203B41FA5}">
                      <a16:colId xmlns:a16="http://schemas.microsoft.com/office/drawing/2014/main" val="514744247"/>
                    </a:ext>
                  </a:extLst>
                </a:gridCol>
                <a:gridCol w="453490">
                  <a:extLst>
                    <a:ext uri="{9D8B030D-6E8A-4147-A177-3AD203B41FA5}">
                      <a16:colId xmlns:a16="http://schemas.microsoft.com/office/drawing/2014/main" val="538569691"/>
                    </a:ext>
                  </a:extLst>
                </a:gridCol>
                <a:gridCol w="548410">
                  <a:extLst>
                    <a:ext uri="{9D8B030D-6E8A-4147-A177-3AD203B41FA5}">
                      <a16:colId xmlns:a16="http://schemas.microsoft.com/office/drawing/2014/main" val="1363987369"/>
                    </a:ext>
                  </a:extLst>
                </a:gridCol>
                <a:gridCol w="754714">
                  <a:extLst>
                    <a:ext uri="{9D8B030D-6E8A-4147-A177-3AD203B41FA5}">
                      <a16:colId xmlns:a16="http://schemas.microsoft.com/office/drawing/2014/main" val="2781547251"/>
                    </a:ext>
                  </a:extLst>
                </a:gridCol>
              </a:tblGrid>
              <a:tr h="372533">
                <a:tc>
                  <a:txBody>
                    <a:bodyPr/>
                    <a:lstStyle/>
                    <a:p>
                      <a:pPr algn="ctr" rtl="0" fontAlgn="ctr">
                        <a:buNone/>
                      </a:pPr>
                      <a:r>
                        <a:rPr lang="en-US" sz="9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9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9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900" b="1" i="0" u="none" strike="noStrike">
                          <a:solidFill>
                            <a:srgbClr val="FFFFFF"/>
                          </a:solidFill>
                          <a:effectLst/>
                          <a:latin typeface="+mn-lt"/>
                        </a:rPr>
                        <a:t>PCTY Target</a:t>
                      </a:r>
                      <a:r>
                        <a:rPr lang="en-US" sz="900" b="1" i="0" u="none" strike="noStrike" baseline="30000">
                          <a:solidFill>
                            <a:srgbClr val="FFFFFF"/>
                          </a:solidFill>
                          <a:effectLst/>
                          <a:latin typeface="+mn-lt"/>
                        </a:rPr>
                        <a:t>4</a:t>
                      </a:r>
                      <a:endParaRPr lang="en-US" sz="9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900" b="1" i="0" u="none" strike="noStrike">
                          <a:solidFill>
                            <a:srgbClr val="FFFFFF"/>
                          </a:solidFill>
                          <a:effectLst/>
                          <a:latin typeface="+mn-lt"/>
                        </a:rPr>
                        <a:t>Roadmap Depth</a:t>
                      </a:r>
                      <a:r>
                        <a:rPr lang="en-US" sz="900" b="1" i="0" u="none" strike="noStrike" baseline="30000">
                          <a:solidFill>
                            <a:srgbClr val="FFFFFF"/>
                          </a:solidFill>
                          <a:effectLst/>
                          <a:latin typeface="+mn-lt"/>
                        </a:rPr>
                        <a:t>1</a:t>
                      </a:r>
                      <a:endParaRPr lang="en-US" sz="9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9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9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900" b="1" i="0" u="none" strike="noStrike">
                          <a:solidFill>
                            <a:srgbClr val="000000"/>
                          </a:solidFill>
                          <a:effectLst/>
                          <a:latin typeface="+mn-lt"/>
                        </a:rPr>
                        <a:t>Not </a:t>
                      </a:r>
                      <a:r>
                        <a:rPr lang="en-US" sz="9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900" b="1" i="0" u="none" strike="noStrike">
                          <a:solidFill>
                            <a:srgbClr val="000000"/>
                          </a:solidFill>
                          <a:effectLst/>
                          <a:latin typeface="+mn-lt"/>
                        </a:rPr>
                        <a:t>Ready</a:t>
                      </a:r>
                      <a:endParaRPr lang="en-US"/>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9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9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9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rgbClr val="3C7D22"/>
                          </a:solidFill>
                          <a:effectLst/>
                          <a:latin typeface="+mn-lt"/>
                        </a:rPr>
                        <a:t>100%</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r>
                        <a:rPr lang="en-US" sz="900" b="0" i="0" u="none" strike="noStrike">
                          <a:solidFill>
                            <a:schemeClr val="tx1"/>
                          </a:solidFill>
                          <a:effectLst/>
                          <a:latin typeface="+mn-lt"/>
                        </a:rPr>
                        <a:t>0%</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r>
                        <a:rPr lang="en-US" sz="900" b="0" i="0" u="none" strike="noStrike">
                          <a:solidFill>
                            <a:srgbClr val="3C7D22"/>
                          </a:solidFill>
                          <a:effectLst/>
                          <a:latin typeface="+mn-lt"/>
                        </a:rPr>
                        <a:t>100%</a:t>
                      </a:r>
                      <a:endParaRPr lang="en-US"/>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r>
                        <a:rPr lang="en-US" sz="900" b="0" i="0" u="none" strike="noStrike">
                          <a:solidFill>
                            <a:schemeClr val="tx1"/>
                          </a:solidFill>
                          <a:effectLst/>
                          <a:latin typeface="+mn-lt"/>
                        </a:rPr>
                        <a:t>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9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r>
                        <a:rPr lang="en-US" sz="900" b="0" i="0" u="none" strike="noStrike">
                          <a:solidFill>
                            <a:srgbClr val="3C7D22"/>
                          </a:solidFill>
                          <a:effectLst/>
                          <a:latin typeface="+mn-lt"/>
                        </a:rPr>
                        <a:t>50%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r>
                        <a:rPr lang="en-US" sz="900" b="0" i="0" u="none" strike="noStrike">
                          <a:solidFill>
                            <a:schemeClr val="tx1"/>
                          </a:solidFill>
                          <a:effectLst/>
                          <a:latin typeface="+mn-lt"/>
                        </a:rPr>
                        <a:t>50%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r>
                        <a:rPr lang="en-US" sz="900" b="0" i="0" u="none" strike="noStrike">
                          <a:solidFill>
                            <a:srgbClr val="3C7D22"/>
                          </a:solidFill>
                          <a:effectLst/>
                          <a:latin typeface="+mn-lt"/>
                        </a:rPr>
                        <a:t>50%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r>
                        <a:rPr lang="en-US" sz="900" b="0" i="0" u="none" strike="noStrike">
                          <a:solidFill>
                            <a:schemeClr val="tx1"/>
                          </a:solidFill>
                          <a:effectLst/>
                          <a:latin typeface="+mn-lt"/>
                        </a:rPr>
                        <a:t>50%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9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9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rgbClr val="FF0000"/>
                          </a:solidFill>
                          <a:effectLst/>
                          <a:latin typeface="+mn-lt"/>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r>
                        <a:rPr lang="en-US" sz="900" b="0" i="0" u="none" strike="noStrike">
                          <a:solidFill>
                            <a:schemeClr val="tx1"/>
                          </a:solidFill>
                          <a:effectLst/>
                          <a:latin typeface="+mn-lt"/>
                        </a:rPr>
                        <a:t>100%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r>
                        <a:rPr lang="en-US" sz="900" b="0" i="0" u="none" strike="noStrike">
                          <a:solidFill>
                            <a:srgbClr val="FF0000"/>
                          </a:solidFill>
                          <a:effectLst/>
                          <a:latin typeface="+mn-lt"/>
                        </a:rPr>
                        <a:t>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r>
                        <a:rPr lang="en-US" sz="900" b="0" i="0" u="none" strike="noStrike">
                          <a:solidFill>
                            <a:schemeClr val="tx1"/>
                          </a:solidFill>
                          <a:effectLst/>
                          <a:latin typeface="+mn-lt"/>
                        </a:rPr>
                        <a:t>100%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9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r>
                        <a:rPr lang="en-US" sz="900" b="0" i="0" u="none" strike="noStrike">
                          <a:solidFill>
                            <a:srgbClr val="3C7D22"/>
                          </a:solidFill>
                          <a:effectLst/>
                          <a:latin typeface="+mn-lt"/>
                        </a:rPr>
                        <a:t>100%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r>
                        <a:rPr lang="en-US" sz="900" b="0" i="0" u="none" strike="noStrike">
                          <a:solidFill>
                            <a:schemeClr val="tx1"/>
                          </a:solidFill>
                          <a:effectLst/>
                          <a:latin typeface="+mn-lt"/>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r>
                        <a:rPr lang="en-US" sz="900" b="0" i="0" u="none" strike="noStrike">
                          <a:solidFill>
                            <a:srgbClr val="3C7D22"/>
                          </a:solidFill>
                          <a:effectLst/>
                          <a:latin typeface="+mn-lt"/>
                        </a:rPr>
                        <a:t>100%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r>
                        <a:rPr lang="en-US" sz="900" b="0" i="0" u="none" strike="noStrike">
                          <a:solidFill>
                            <a:schemeClr val="tx1"/>
                          </a:solidFill>
                          <a:effectLst/>
                          <a:latin typeface="+mn-lt"/>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9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9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r>
                        <a:rPr lang="en-US" sz="900" b="0" i="0" u="none" strike="noStrike">
                          <a:solidFill>
                            <a:schemeClr val="tx1"/>
                          </a:solidFill>
                          <a:effectLst/>
                          <a:latin typeface="+mn-lt"/>
                        </a:rPr>
                        <a:t>[ ]</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9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9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9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9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r>
                        <a:rPr lang="en-US" sz="900" b="0" i="0" u="none" strike="noStrike" kern="1200">
                          <a:solidFill>
                            <a:schemeClr val="tx1"/>
                          </a:solidFill>
                          <a:latin typeface="+mn-lt"/>
                          <a:ea typeface="+mn-ea"/>
                          <a:cs typeface="+mn-cs"/>
                        </a:rPr>
                        <a:t>Q2: 1 / 0 / 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r>
                        <a:rPr lang="en-US" sz="900" b="0" i="0" u="none" strike="noStrike" kern="1200">
                          <a:solidFill>
                            <a:schemeClr val="tx1"/>
                          </a:solidFill>
                          <a:latin typeface="+mn-lt"/>
                          <a:ea typeface="+mn-ea"/>
                          <a:cs typeface="+mn-cs"/>
                        </a:rPr>
                        <a:t>Q3: 0 / 1 / 0</a:t>
                      </a: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9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9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Q3: 0 / 0 / 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Q3: 0 / 0 / 1</a:t>
                      </a: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9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Q4: 0 / 0 / 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Q4: 0 / 0 / 1</a:t>
                      </a: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9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9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a:solidFill>
                            <a:srgbClr val="FF0000"/>
                          </a:solidFill>
                          <a:effectLst/>
                          <a:latin typeface="+mn-lt"/>
                        </a:rPr>
                        <a:t>40%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a:solidFill>
                            <a:srgbClr val="FF0000"/>
                          </a:solidFill>
                          <a:effectLst/>
                          <a:latin typeface="+mn-lt"/>
                        </a:rPr>
                        <a:t>40% </a:t>
                      </a:r>
                      <a:r>
                        <a:rPr lang="en-US" sz="900">
                          <a:solidFill>
                            <a:srgbClr val="FF0000"/>
                          </a:solidFill>
                          <a:latin typeface="+mn-lt"/>
                        </a:rPr>
                        <a:t>↔</a:t>
                      </a:r>
                      <a:endParaRPr lang="en-US" sz="9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9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r>
                        <a:rPr lang="en-US" sz="900" b="0" i="0" u="none" strike="noStrike">
                          <a:solidFill>
                            <a:srgbClr val="FF0000"/>
                          </a:solidFill>
                          <a:effectLst/>
                          <a:latin typeface="+mn-lt"/>
                        </a:rPr>
                        <a:t>44%</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a:solidFill>
                            <a:srgbClr val="FF0000"/>
                          </a:solidFill>
                          <a:effectLst/>
                          <a:latin typeface="+mn-lt"/>
                        </a:rPr>
                        <a:t>44% </a:t>
                      </a:r>
                      <a:r>
                        <a:rPr lang="en-US" sz="900">
                          <a:solidFill>
                            <a:srgbClr val="FF0000"/>
                          </a:solidFill>
                          <a:latin typeface="+mn-lt"/>
                        </a:rPr>
                        <a:t>↔</a:t>
                      </a:r>
                      <a:endParaRPr lang="en-US" sz="9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9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9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4 – 8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9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13 - 26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9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2 - 6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9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19 - 40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sp>
        <p:nvSpPr>
          <p:cNvPr id="13" name="Title 3">
            <a:extLst>
              <a:ext uri="{FF2B5EF4-FFF2-40B4-BE49-F238E27FC236}">
                <a16:creationId xmlns:a16="http://schemas.microsoft.com/office/drawing/2014/main" id="{C7C2040F-F722-22B1-B5AE-5B223B1A1D1C}"/>
              </a:ext>
            </a:extLst>
          </p:cNvPr>
          <p:cNvSpPr txBox="1">
            <a:spLocks/>
          </p:cNvSpPr>
          <p:nvPr/>
        </p:nvSpPr>
        <p:spPr>
          <a:xfrm rot="21240000">
            <a:off x="1011693" y="2684986"/>
            <a:ext cx="9887487" cy="398645"/>
          </a:xfrm>
          <a:prstGeom prst="rect">
            <a:avLst/>
          </a:prstGeom>
        </p:spPr>
        <p:txBody>
          <a:bodyPr vert="horz" lIns="68580" tIns="34290" rIns="68580" bIns="34290" rtlCol="0" anchor="t">
            <a:noAutofit/>
          </a:bodyPr>
          <a:lstStyle>
            <a:defPPr>
              <a:defRPr lang="en-US"/>
            </a:defPPr>
            <a:lvl1pPr marL="0"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9600" i="1">
                <a:solidFill>
                  <a:srgbClr val="FF0000"/>
                </a:solidFill>
                <a:latin typeface="Sofia Pro Black"/>
              </a:rPr>
              <a:t>Example</a:t>
            </a:r>
            <a:endParaRPr lang="en-US" sz="9600" i="1">
              <a:solidFill>
                <a:srgbClr val="FF0000"/>
              </a:solidFill>
            </a:endParaRPr>
          </a:p>
        </p:txBody>
      </p:sp>
      <p:sp>
        <p:nvSpPr>
          <p:cNvPr id="15" name="TextBox 6">
            <a:extLst>
              <a:ext uri="{FF2B5EF4-FFF2-40B4-BE49-F238E27FC236}">
                <a16:creationId xmlns:a16="http://schemas.microsoft.com/office/drawing/2014/main" id="{58E3BCB9-01D3-C237-09A7-CE26495DFB6E}"/>
              </a:ext>
            </a:extLst>
          </p:cNvPr>
          <p:cNvSpPr txBox="1"/>
          <p:nvPr/>
        </p:nvSpPr>
        <p:spPr>
          <a:xfrm>
            <a:off x="8672907" y="154989"/>
            <a:ext cx="1979772" cy="276999"/>
          </a:xfrm>
          <a:prstGeom prst="rect">
            <a:avLst/>
          </a:prstGeom>
          <a:solidFill>
            <a:srgbClr val="00B050"/>
          </a:solidFill>
          <a:ln>
            <a:solidFill>
              <a:srgbClr val="00B050"/>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19" name="TextBox 6">
            <a:extLst>
              <a:ext uri="{FF2B5EF4-FFF2-40B4-BE49-F238E27FC236}">
                <a16:creationId xmlns:a16="http://schemas.microsoft.com/office/drawing/2014/main" id="{1248130C-95EF-6B79-FD32-EC06EB91A203}"/>
              </a:ext>
            </a:extLst>
          </p:cNvPr>
          <p:cNvSpPr txBox="1"/>
          <p:nvPr/>
        </p:nvSpPr>
        <p:spPr>
          <a:xfrm>
            <a:off x="8672906" y="492856"/>
            <a:ext cx="1979772" cy="276999"/>
          </a:xfrm>
          <a:prstGeom prst="rect">
            <a:avLst/>
          </a:prstGeom>
          <a:solidFill>
            <a:srgbClr val="00B05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(Product)</a:t>
            </a:r>
            <a:endParaRPr lang="en-US"/>
          </a:p>
        </p:txBody>
      </p:sp>
    </p:spTree>
    <p:extLst>
      <p:ext uri="{BB962C8B-B14F-4D97-AF65-F5344CB8AC3E}">
        <p14:creationId xmlns:p14="http://schemas.microsoft.com/office/powerpoint/2010/main" val="3110855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744EA-0356-B819-1AB7-92C15040C9B7}"/>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60CC1F7-451A-EABE-D1C6-035337480A73}"/>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3</a:t>
            </a:fld>
            <a:endParaRPr lang="en-US"/>
          </a:p>
        </p:txBody>
      </p:sp>
      <p:sp>
        <p:nvSpPr>
          <p:cNvPr id="5" name="Title 3">
            <a:extLst>
              <a:ext uri="{FF2B5EF4-FFF2-40B4-BE49-F238E27FC236}">
                <a16:creationId xmlns:a16="http://schemas.microsoft.com/office/drawing/2014/main" id="{65E76226-B8DA-0284-6D49-13192551C17C}"/>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Compensation Scorecard </a:t>
            </a:r>
          </a:p>
        </p:txBody>
      </p:sp>
      <p:sp>
        <p:nvSpPr>
          <p:cNvPr id="14" name="TextBox 13">
            <a:extLst>
              <a:ext uri="{FF2B5EF4-FFF2-40B4-BE49-F238E27FC236}">
                <a16:creationId xmlns:a16="http://schemas.microsoft.com/office/drawing/2014/main" id="{7A317A79-4BC0-6D72-1490-AC4B53494FE3}"/>
              </a:ext>
            </a:extLst>
          </p:cNvPr>
          <p:cNvSpPr txBox="1"/>
          <p:nvPr/>
        </p:nvSpPr>
        <p:spPr>
          <a:xfrm>
            <a:off x="192996" y="6099654"/>
            <a:ext cx="5460908"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1" name="TextBox 10">
            <a:extLst>
              <a:ext uri="{FF2B5EF4-FFF2-40B4-BE49-F238E27FC236}">
                <a16:creationId xmlns:a16="http://schemas.microsoft.com/office/drawing/2014/main" id="{2C4DA0DD-E068-B994-BBD1-F129D504BFED}"/>
              </a:ext>
            </a:extLst>
          </p:cNvPr>
          <p:cNvSpPr txBox="1"/>
          <p:nvPr/>
        </p:nvSpPr>
        <p:spPr>
          <a:xfrm>
            <a:off x="9169879" y="5252107"/>
            <a:ext cx="2975080" cy="1054135"/>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t>1 Team (8 Eng &amp; Test, 1 PM, 0 UX) -  shared with Compensation Management product</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(88%), Mexico (12%)</a:t>
            </a:r>
            <a:endParaRPr lang="en-US" sz="1050" b="1">
              <a:cs typeface="Calibri"/>
            </a:endParaRPr>
          </a:p>
        </p:txBody>
      </p:sp>
      <p:sp>
        <p:nvSpPr>
          <p:cNvPr id="3" name="Rectangle 2">
            <a:extLst>
              <a:ext uri="{FF2B5EF4-FFF2-40B4-BE49-F238E27FC236}">
                <a16:creationId xmlns:a16="http://schemas.microsoft.com/office/drawing/2014/main" id="{38DCA8E4-9D17-85DC-3C35-1743197776F3}"/>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7" name="TextBox 6">
            <a:extLst>
              <a:ext uri="{FF2B5EF4-FFF2-40B4-BE49-F238E27FC236}">
                <a16:creationId xmlns:a16="http://schemas.microsoft.com/office/drawing/2014/main" id="{DF1F66C9-2664-2698-44C3-AB08EE287DA8}"/>
              </a:ext>
            </a:extLst>
          </p:cNvPr>
          <p:cNvSpPr txBox="1"/>
          <p:nvPr/>
        </p:nvSpPr>
        <p:spPr>
          <a:xfrm>
            <a:off x="4125838" y="5448625"/>
            <a:ext cx="479870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8" name="Table 7">
            <a:extLst>
              <a:ext uri="{FF2B5EF4-FFF2-40B4-BE49-F238E27FC236}">
                <a16:creationId xmlns:a16="http://schemas.microsoft.com/office/drawing/2014/main" id="{AF0CD62D-EF8A-5F66-9A7B-67AB05805789}"/>
              </a:ext>
            </a:extLst>
          </p:cNvPr>
          <p:cNvGraphicFramePr>
            <a:graphicFrameLocks noGrp="1"/>
          </p:cNvGraphicFramePr>
          <p:nvPr>
            <p:extLst>
              <p:ext uri="{D42A27DB-BD31-4B8C-83A1-F6EECF244321}">
                <p14:modId xmlns:p14="http://schemas.microsoft.com/office/powerpoint/2010/main" val="623127047"/>
              </p:ext>
            </p:extLst>
          </p:nvPr>
        </p:nvGraphicFramePr>
        <p:xfrm>
          <a:off x="4140821" y="824977"/>
          <a:ext cx="4477388" cy="4560472"/>
        </p:xfrm>
        <a:graphic>
          <a:graphicData uri="http://schemas.openxmlformats.org/drawingml/2006/table">
            <a:tbl>
              <a:tblPr firstRow="1" bandRow="1">
                <a:tableStyleId>{F5AB1C69-6EDB-4FF4-983F-18BD219EF322}</a:tableStyleId>
              </a:tblPr>
              <a:tblGrid>
                <a:gridCol w="1156862">
                  <a:extLst>
                    <a:ext uri="{9D8B030D-6E8A-4147-A177-3AD203B41FA5}">
                      <a16:colId xmlns:a16="http://schemas.microsoft.com/office/drawing/2014/main" val="20000"/>
                    </a:ext>
                  </a:extLst>
                </a:gridCol>
                <a:gridCol w="814863">
                  <a:extLst>
                    <a:ext uri="{9D8B030D-6E8A-4147-A177-3AD203B41FA5}">
                      <a16:colId xmlns:a16="http://schemas.microsoft.com/office/drawing/2014/main" val="294716103"/>
                    </a:ext>
                  </a:extLst>
                </a:gridCol>
                <a:gridCol w="814863">
                  <a:extLst>
                    <a:ext uri="{9D8B030D-6E8A-4147-A177-3AD203B41FA5}">
                      <a16:colId xmlns:a16="http://schemas.microsoft.com/office/drawing/2014/main" val="314070512"/>
                    </a:ext>
                  </a:extLst>
                </a:gridCol>
                <a:gridCol w="889896">
                  <a:extLst>
                    <a:ext uri="{9D8B030D-6E8A-4147-A177-3AD203B41FA5}">
                      <a16:colId xmlns:a16="http://schemas.microsoft.com/office/drawing/2014/main" val="3557882156"/>
                    </a:ext>
                  </a:extLst>
                </a:gridCol>
                <a:gridCol w="800904">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5706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77607">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solidFill>
                            <a:schemeClr val="tx1"/>
                          </a:solidFill>
                          <a:latin typeface="+mn-lt"/>
                        </a:rPr>
                        <a:t>75%</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2.89 days</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5%</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607">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0/0/0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103975">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7</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6</a:t>
                      </a:r>
                      <a:endParaRPr lang="en-US" sz="900" b="0" i="0" u="none" strike="noStrike" noProof="0">
                        <a:solidFill>
                          <a:srgbClr val="323D48"/>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noProof="0">
                        <a:solidFill>
                          <a:srgbClr val="FF0000"/>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a:t>
                      </a:r>
                      <a:r>
                        <a:rPr lang="en-US" sz="900">
                          <a:solidFill>
                            <a:schemeClr val="accent6"/>
                          </a:solidFill>
                          <a:latin typeface="+mn-lt"/>
                        </a:rPr>
                        <a:t> </a:t>
                      </a: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607">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44.4%</a:t>
                      </a: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4009">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68%</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O:</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607">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607">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pic>
        <p:nvPicPr>
          <p:cNvPr id="21" name="Graphic 20" descr="Badge 1 with solid fill">
            <a:extLst>
              <a:ext uri="{FF2B5EF4-FFF2-40B4-BE49-F238E27FC236}">
                <a16:creationId xmlns:a16="http://schemas.microsoft.com/office/drawing/2014/main" id="{A52A1802-369C-AF5C-3B2C-28C898AE65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3" name="Graphic 22" descr="Badge with solid fill">
            <a:extLst>
              <a:ext uri="{FF2B5EF4-FFF2-40B4-BE49-F238E27FC236}">
                <a16:creationId xmlns:a16="http://schemas.microsoft.com/office/drawing/2014/main" id="{68298BEB-E740-DD81-68F7-7BEF1BBB26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5" name="Graphic 24" descr="Badge 3 with solid fill">
            <a:extLst>
              <a:ext uri="{FF2B5EF4-FFF2-40B4-BE49-F238E27FC236}">
                <a16:creationId xmlns:a16="http://schemas.microsoft.com/office/drawing/2014/main" id="{01291760-283C-D553-EC7E-2BDBE5E82B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9" name="TextBox 28">
            <a:extLst>
              <a:ext uri="{FF2B5EF4-FFF2-40B4-BE49-F238E27FC236}">
                <a16:creationId xmlns:a16="http://schemas.microsoft.com/office/drawing/2014/main" id="{438F5B0D-6E0F-3E5F-DE19-BB9AB4C42585}"/>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9" name="Table 8">
            <a:extLst>
              <a:ext uri="{FF2B5EF4-FFF2-40B4-BE49-F238E27FC236}">
                <a16:creationId xmlns:a16="http://schemas.microsoft.com/office/drawing/2014/main" id="{16FE5A76-74EA-3F7A-99C3-7A3DBC00C3B3}"/>
              </a:ext>
            </a:extLst>
          </p:cNvPr>
          <p:cNvGraphicFramePr>
            <a:graphicFrameLocks noGrp="1"/>
          </p:cNvGraphicFramePr>
          <p:nvPr>
            <p:extLst>
              <p:ext uri="{D42A27DB-BD31-4B8C-83A1-F6EECF244321}">
                <p14:modId xmlns:p14="http://schemas.microsoft.com/office/powerpoint/2010/main" val="3364417304"/>
              </p:ext>
            </p:extLst>
          </p:nvPr>
        </p:nvGraphicFramePr>
        <p:xfrm>
          <a:off x="102591"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2" name="Graphic 11" descr="Badge 1 with solid fill">
            <a:extLst>
              <a:ext uri="{FF2B5EF4-FFF2-40B4-BE49-F238E27FC236}">
                <a16:creationId xmlns:a16="http://schemas.microsoft.com/office/drawing/2014/main" id="{E93ECEF0-C08A-E1EF-CA97-F3E2808C4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6" name="Graphic 15" descr="Badge with solid fill">
            <a:extLst>
              <a:ext uri="{FF2B5EF4-FFF2-40B4-BE49-F238E27FC236}">
                <a16:creationId xmlns:a16="http://schemas.microsoft.com/office/drawing/2014/main" id="{F16F675B-860E-7FEC-E418-73AC803402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8" name="Graphic 17" descr="Badge 3 with solid fill">
            <a:extLst>
              <a:ext uri="{FF2B5EF4-FFF2-40B4-BE49-F238E27FC236}">
                <a16:creationId xmlns:a16="http://schemas.microsoft.com/office/drawing/2014/main" id="{5CEA3F2A-F0F7-D202-7CAE-D86840D6DFA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757ACD03-A8B5-5F8F-4DE7-563CF934DC84}"/>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8231280D-940A-445D-9E9C-E3FB775909EA}"/>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130311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093B-A014-F94B-1C31-21755ED9C044}"/>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FB1B09C5-343F-2856-6438-59F3E973C77A}"/>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4</a:t>
            </a:fld>
            <a:endParaRPr lang="en-US"/>
          </a:p>
        </p:txBody>
      </p:sp>
      <p:sp>
        <p:nvSpPr>
          <p:cNvPr id="5" name="Title 3">
            <a:extLst>
              <a:ext uri="{FF2B5EF4-FFF2-40B4-BE49-F238E27FC236}">
                <a16:creationId xmlns:a16="http://schemas.microsoft.com/office/drawing/2014/main" id="{761852E9-2D4C-FAE8-C740-B48A82B8B04A}"/>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Employee Voice Scorecard </a:t>
            </a:r>
          </a:p>
        </p:txBody>
      </p:sp>
      <p:sp>
        <p:nvSpPr>
          <p:cNvPr id="9" name="Rectangle 8">
            <a:extLst>
              <a:ext uri="{FF2B5EF4-FFF2-40B4-BE49-F238E27FC236}">
                <a16:creationId xmlns:a16="http://schemas.microsoft.com/office/drawing/2014/main" id="{FA27AD0E-F60D-F082-5C1A-F659EA7FE68D}"/>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91543933-2222-54B2-41D4-C4FA1A389F6C}"/>
              </a:ext>
            </a:extLst>
          </p:cNvPr>
          <p:cNvSpPr txBox="1"/>
          <p:nvPr/>
        </p:nvSpPr>
        <p:spPr>
          <a:xfrm>
            <a:off x="89424" y="6126380"/>
            <a:ext cx="4750712"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251FA847-29BA-E208-5B59-1C437D43B740}"/>
              </a:ext>
            </a:extLst>
          </p:cNvPr>
          <p:cNvSpPr txBox="1"/>
          <p:nvPr/>
        </p:nvSpPr>
        <p:spPr>
          <a:xfrm>
            <a:off x="4171558" y="5568283"/>
            <a:ext cx="4569318"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3" name="Table 2">
            <a:extLst>
              <a:ext uri="{FF2B5EF4-FFF2-40B4-BE49-F238E27FC236}">
                <a16:creationId xmlns:a16="http://schemas.microsoft.com/office/drawing/2014/main" id="{BB892ACD-1AB8-489D-A9CC-11E23FE9AC02}"/>
              </a:ext>
            </a:extLst>
          </p:cNvPr>
          <p:cNvGraphicFramePr>
            <a:graphicFrameLocks noGrp="1"/>
          </p:cNvGraphicFramePr>
          <p:nvPr>
            <p:extLst>
              <p:ext uri="{D42A27DB-BD31-4B8C-83A1-F6EECF244321}">
                <p14:modId xmlns:p14="http://schemas.microsoft.com/office/powerpoint/2010/main" val="3832035517"/>
              </p:ext>
            </p:extLst>
          </p:nvPr>
        </p:nvGraphicFramePr>
        <p:xfrm>
          <a:off x="4171557" y="874218"/>
          <a:ext cx="4481694" cy="4646312"/>
        </p:xfrm>
        <a:graphic>
          <a:graphicData uri="http://schemas.openxmlformats.org/drawingml/2006/table">
            <a:tbl>
              <a:tblPr firstRow="1" bandRow="1">
                <a:tableStyleId>{F5AB1C69-6EDB-4FF4-983F-18BD219EF322}</a:tableStyleId>
              </a:tblPr>
              <a:tblGrid>
                <a:gridCol w="1120424">
                  <a:extLst>
                    <a:ext uri="{9D8B030D-6E8A-4147-A177-3AD203B41FA5}">
                      <a16:colId xmlns:a16="http://schemas.microsoft.com/office/drawing/2014/main" val="20000"/>
                    </a:ext>
                  </a:extLst>
                </a:gridCol>
                <a:gridCol w="746949">
                  <a:extLst>
                    <a:ext uri="{9D8B030D-6E8A-4147-A177-3AD203B41FA5}">
                      <a16:colId xmlns:a16="http://schemas.microsoft.com/office/drawing/2014/main" val="294716103"/>
                    </a:ext>
                  </a:extLst>
                </a:gridCol>
                <a:gridCol w="746949">
                  <a:extLst>
                    <a:ext uri="{9D8B030D-6E8A-4147-A177-3AD203B41FA5}">
                      <a16:colId xmlns:a16="http://schemas.microsoft.com/office/drawing/2014/main" val="645190657"/>
                    </a:ext>
                  </a:extLst>
                </a:gridCol>
                <a:gridCol w="933686">
                  <a:extLst>
                    <a:ext uri="{9D8B030D-6E8A-4147-A177-3AD203B41FA5}">
                      <a16:colId xmlns:a16="http://schemas.microsoft.com/office/drawing/2014/main" val="3557882156"/>
                    </a:ext>
                  </a:extLst>
                </a:gridCol>
                <a:gridCol w="933686">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MoM ∆</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78.40%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9.39</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8%</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accent6">
                            <a:lumMod val="76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0%</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solidFill>
                          <a:schemeClr val="tx1"/>
                        </a:solidFill>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endParaRPr lang="en-US" sz="900">
                        <a:latin typeface="+mn-lt"/>
                      </a:endParaRP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0</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323D48"/>
                        </a:solidFill>
                        <a:latin typeface="Sofia Pro Medium"/>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dk1"/>
                        </a:solidFill>
                        <a:latin typeface="Sofia Pro Medium"/>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Assigned</a:t>
                      </a:r>
                      <a:r>
                        <a:rPr lang="en-US" sz="900">
                          <a:solidFill>
                            <a:schemeClr val="tx1"/>
                          </a:solidFill>
                          <a:latin typeface="+mn-lt"/>
                        </a:rPr>
                        <a:t>:1</a:t>
                      </a:r>
                    </a:p>
                    <a:p>
                      <a:pPr marL="0" marR="0" lvl="0" indent="0" algn="l">
                        <a:lnSpc>
                          <a:spcPct val="100000"/>
                        </a:lnSpc>
                        <a:spcBef>
                          <a:spcPts val="0"/>
                        </a:spcBef>
                        <a:spcAft>
                          <a:spcPts val="0"/>
                        </a:spcAft>
                        <a:buClrTx/>
                        <a:buSzTx/>
                        <a:buFontTx/>
                        <a:buNone/>
                      </a:pPr>
                      <a:r>
                        <a:rPr lang="en-US" sz="900">
                          <a:solidFill>
                            <a:schemeClr val="tx1"/>
                          </a:solidFill>
                          <a:latin typeface="+mn-lt"/>
                        </a:rPr>
                        <a:t>Resolved:4</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rgbClr val="323D48"/>
                          </a:solidFill>
                          <a:latin typeface="Sofia Pro Medium"/>
                        </a:rPr>
                        <a:t>Assigned</a:t>
                      </a:r>
                      <a:r>
                        <a:rPr lang="en-US" sz="900" b="0" i="0" u="none" strike="noStrike" noProof="0">
                          <a:solidFill>
                            <a:schemeClr val="tx1"/>
                          </a:solidFill>
                          <a:latin typeface="Sofia Pro Medium"/>
                        </a:rPr>
                        <a:t>:</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Assigned:</a:t>
                      </a:r>
                      <a:r>
                        <a:rPr lang="en-US" sz="900">
                          <a:solidFill>
                            <a:srgbClr val="00B050"/>
                          </a:solidFill>
                          <a:latin typeface="+mn-lt"/>
                        </a:rPr>
                        <a:t> </a:t>
                      </a:r>
                      <a:endParaRPr lang="en-US" sz="900" b="0" i="0" u="none" strike="noStrike" noProof="0">
                        <a:solidFill>
                          <a:srgbClr val="00B050"/>
                        </a:solidFill>
                        <a:latin typeface="Sofia Pro Medium"/>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 </a:t>
                      </a:r>
                      <a:endParaRPr lang="en-US" sz="900" b="0" i="0" u="none" strike="noStrike" noProof="0">
                        <a:solidFill>
                          <a:srgbClr val="F3382E"/>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100%</a:t>
                      </a:r>
                      <a:endParaRPr lang="en-US">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rgbClr val="000000"/>
                        </a:solidFill>
                        <a:latin typeface="Sofia Pro Medium"/>
                      </a:endParaRPr>
                    </a:p>
                  </a:txBody>
                  <a:tcPr marL="51435" marR="51435" marT="25718" marB="25718" anchor="ctr"/>
                </a:tc>
                <a:tc>
                  <a:txBody>
                    <a:bodyPr/>
                    <a:lstStyle/>
                    <a:p>
                      <a:pPr lvl="0">
                        <a:buNone/>
                        <a:defRPr sz="1000"/>
                      </a:pPr>
                      <a:endParaRPr lang="en-US" sz="900" b="0" i="0" u="none" strike="noStrike" noProof="0">
                        <a:solidFill>
                          <a:srgbClr val="000000"/>
                        </a:solidFill>
                        <a:latin typeface="Sofia Pro Medium"/>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R: 67%</a:t>
                      </a:r>
                    </a:p>
                    <a:p>
                      <a:pPr marL="0" marR="0" lvl="0" indent="0" algn="l">
                        <a:lnSpc>
                          <a:spcPct val="100000"/>
                        </a:lnSpc>
                        <a:spcBef>
                          <a:spcPts val="0"/>
                        </a:spcBef>
                        <a:spcAft>
                          <a:spcPts val="0"/>
                        </a:spcAft>
                        <a:buClrTx/>
                        <a:buSzTx/>
                        <a:buFontTx/>
                        <a:buNone/>
                      </a:pPr>
                      <a:r>
                        <a:rPr lang="pt-BR" sz="900">
                          <a:solidFill>
                            <a:schemeClr val="tx1"/>
                          </a:solidFill>
                          <a:latin typeface="+mn-lt"/>
                        </a:rPr>
                        <a:t>T: 16%</a:t>
                      </a:r>
                    </a:p>
                    <a:p>
                      <a:pPr marL="0" marR="0" lvl="0" indent="0" algn="l">
                        <a:lnSpc>
                          <a:spcPct val="100000"/>
                        </a:lnSpc>
                        <a:spcBef>
                          <a:spcPts val="0"/>
                        </a:spcBef>
                        <a:spcAft>
                          <a:spcPts val="0"/>
                        </a:spcAft>
                        <a:buClrTx/>
                        <a:buSzTx/>
                        <a:buFontTx/>
                        <a:buNone/>
                      </a:pPr>
                      <a:r>
                        <a:rPr lang="pt-BR" sz="900">
                          <a:solidFill>
                            <a:schemeClr val="tx1"/>
                          </a:solidFill>
                          <a:latin typeface="+mn-lt"/>
                        </a:rPr>
                        <a:t>M: 17%</a:t>
                      </a:r>
                    </a:p>
                    <a:p>
                      <a:pPr marL="0" marR="0" lvl="0" indent="0" algn="l">
                        <a:lnSpc>
                          <a:spcPct val="100000"/>
                        </a:lnSpc>
                        <a:spcBef>
                          <a:spcPts val="0"/>
                        </a:spcBef>
                        <a:spcAft>
                          <a:spcPts val="0"/>
                        </a:spcAft>
                        <a:buClrTx/>
                        <a:buSzTx/>
                        <a:buFontTx/>
                        <a:buNone/>
                      </a:pPr>
                      <a:r>
                        <a:rPr lang="pt-BR" sz="900">
                          <a:solidFill>
                            <a:schemeClr val="tx1"/>
                          </a:solidFill>
                          <a:latin typeface="+mn-lt"/>
                        </a:rPr>
                        <a:t>O: 0%</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defTabSz="914400">
                        <a:buNone/>
                        <a:tabLst/>
                        <a:defRPr sz="1000"/>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8" name="TextBox 7">
            <a:extLst>
              <a:ext uri="{FF2B5EF4-FFF2-40B4-BE49-F238E27FC236}">
                <a16:creationId xmlns:a16="http://schemas.microsoft.com/office/drawing/2014/main" id="{B191C3D5-D21A-82C7-87E2-EF27CB7255C6}"/>
              </a:ext>
            </a:extLst>
          </p:cNvPr>
          <p:cNvSpPr txBox="1"/>
          <p:nvPr/>
        </p:nvSpPr>
        <p:spPr>
          <a:xfrm>
            <a:off x="9169879" y="5252107"/>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(7 Eng, 2 Test, 1 PM, 1 UX) </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22" name="Graphic 21" descr="Badge 1 with solid fill">
            <a:extLst>
              <a:ext uri="{FF2B5EF4-FFF2-40B4-BE49-F238E27FC236}">
                <a16:creationId xmlns:a16="http://schemas.microsoft.com/office/drawing/2014/main" id="{FCC4BAAB-9658-4F50-9626-8BBD5A1D36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4" name="Graphic 23" descr="Badge with solid fill">
            <a:extLst>
              <a:ext uri="{FF2B5EF4-FFF2-40B4-BE49-F238E27FC236}">
                <a16:creationId xmlns:a16="http://schemas.microsoft.com/office/drawing/2014/main" id="{2A193B15-C2EF-4FE6-C7A9-6CE5A07EE2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6" name="Graphic 25" descr="Badge 3 with solid fill">
            <a:extLst>
              <a:ext uri="{FF2B5EF4-FFF2-40B4-BE49-F238E27FC236}">
                <a16:creationId xmlns:a16="http://schemas.microsoft.com/office/drawing/2014/main" id="{A8678CCF-883C-8726-870E-2146C714915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8" name="TextBox 27">
            <a:extLst>
              <a:ext uri="{FF2B5EF4-FFF2-40B4-BE49-F238E27FC236}">
                <a16:creationId xmlns:a16="http://schemas.microsoft.com/office/drawing/2014/main" id="{F0FD4994-2AFE-B061-02B5-BFFD5E09CBFD}"/>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7" name="Table 6">
            <a:extLst>
              <a:ext uri="{FF2B5EF4-FFF2-40B4-BE49-F238E27FC236}">
                <a16:creationId xmlns:a16="http://schemas.microsoft.com/office/drawing/2014/main" id="{E46025CF-A92D-8393-A5AA-25AAE144C3B9}"/>
              </a:ext>
            </a:extLst>
          </p:cNvPr>
          <p:cNvGraphicFramePr>
            <a:graphicFrameLocks noGrp="1"/>
          </p:cNvGraphicFramePr>
          <p:nvPr>
            <p:extLst>
              <p:ext uri="{D42A27DB-BD31-4B8C-83A1-F6EECF244321}">
                <p14:modId xmlns:p14="http://schemas.microsoft.com/office/powerpoint/2010/main" val="67206574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1" name="Graphic 10" descr="Badge 1 with solid fill">
            <a:extLst>
              <a:ext uri="{FF2B5EF4-FFF2-40B4-BE49-F238E27FC236}">
                <a16:creationId xmlns:a16="http://schemas.microsoft.com/office/drawing/2014/main" id="{11073391-A43F-4FBA-FAD7-4AC72D70E4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3" name="Graphic 12" descr="Badge with solid fill">
            <a:extLst>
              <a:ext uri="{FF2B5EF4-FFF2-40B4-BE49-F238E27FC236}">
                <a16:creationId xmlns:a16="http://schemas.microsoft.com/office/drawing/2014/main" id="{48484DE8-BFD6-7A74-2660-285E2ED424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7" name="Graphic 16" descr="Badge 3 with solid fill">
            <a:extLst>
              <a:ext uri="{FF2B5EF4-FFF2-40B4-BE49-F238E27FC236}">
                <a16:creationId xmlns:a16="http://schemas.microsoft.com/office/drawing/2014/main" id="{B2E60B73-CD67-3570-9706-7624E488051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4FAA173E-E286-EB6F-245D-06A186995282}"/>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BC5E3135-D91A-5D09-A912-C002CFEC9017}"/>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8908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ACD09-E54C-CA41-1810-A0AF75503129}"/>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2FDEF96-2F38-B8E7-249C-DCE95B3D1B60}"/>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5</a:t>
            </a:fld>
            <a:endParaRPr lang="en-US"/>
          </a:p>
        </p:txBody>
      </p:sp>
      <p:sp>
        <p:nvSpPr>
          <p:cNvPr id="5" name="Title 3">
            <a:extLst>
              <a:ext uri="{FF2B5EF4-FFF2-40B4-BE49-F238E27FC236}">
                <a16:creationId xmlns:a16="http://schemas.microsoft.com/office/drawing/2014/main" id="{0A649C39-9D26-03F3-7874-79CB5093BAAB}"/>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Learning Management Scorecard </a:t>
            </a:r>
          </a:p>
        </p:txBody>
      </p:sp>
      <p:sp>
        <p:nvSpPr>
          <p:cNvPr id="9" name="Rectangle 8">
            <a:extLst>
              <a:ext uri="{FF2B5EF4-FFF2-40B4-BE49-F238E27FC236}">
                <a16:creationId xmlns:a16="http://schemas.microsoft.com/office/drawing/2014/main" id="{D9296F1E-402F-77F8-5611-834EE5D9FFE1}"/>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BBFE3333-D13F-2606-6DA3-BEAEE8DCA73C}"/>
              </a:ext>
            </a:extLst>
          </p:cNvPr>
          <p:cNvSpPr txBox="1"/>
          <p:nvPr/>
        </p:nvSpPr>
        <p:spPr>
          <a:xfrm>
            <a:off x="89424" y="6119688"/>
            <a:ext cx="4623556"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5AC92439-5A59-C9F1-4524-3A14C3602FEC}"/>
              </a:ext>
            </a:extLst>
          </p:cNvPr>
          <p:cNvSpPr txBox="1"/>
          <p:nvPr/>
        </p:nvSpPr>
        <p:spPr>
          <a:xfrm>
            <a:off x="4150181" y="5818915"/>
            <a:ext cx="4607110"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 name="Table 1">
            <a:extLst>
              <a:ext uri="{FF2B5EF4-FFF2-40B4-BE49-F238E27FC236}">
                <a16:creationId xmlns:a16="http://schemas.microsoft.com/office/drawing/2014/main" id="{396276A1-1550-1C89-6E9F-7138D4F8EE86}"/>
              </a:ext>
            </a:extLst>
          </p:cNvPr>
          <p:cNvGraphicFramePr>
            <a:graphicFrameLocks noGrp="1"/>
          </p:cNvGraphicFramePr>
          <p:nvPr>
            <p:extLst>
              <p:ext uri="{D42A27DB-BD31-4B8C-83A1-F6EECF244321}">
                <p14:modId xmlns:p14="http://schemas.microsoft.com/office/powerpoint/2010/main" val="1152324472"/>
              </p:ext>
            </p:extLst>
          </p:nvPr>
        </p:nvGraphicFramePr>
        <p:xfrm>
          <a:off x="4151428" y="880703"/>
          <a:ext cx="4404665" cy="4784927"/>
        </p:xfrm>
        <a:graphic>
          <a:graphicData uri="http://schemas.openxmlformats.org/drawingml/2006/table">
            <a:tbl>
              <a:tblPr firstRow="1" bandRow="1">
                <a:tableStyleId>{F5AB1C69-6EDB-4FF4-983F-18BD219EF322}</a:tableStyleId>
              </a:tblPr>
              <a:tblGrid>
                <a:gridCol w="1101167">
                  <a:extLst>
                    <a:ext uri="{9D8B030D-6E8A-4147-A177-3AD203B41FA5}">
                      <a16:colId xmlns:a16="http://schemas.microsoft.com/office/drawing/2014/main" val="20000"/>
                    </a:ext>
                  </a:extLst>
                </a:gridCol>
                <a:gridCol w="734111">
                  <a:extLst>
                    <a:ext uri="{9D8B030D-6E8A-4147-A177-3AD203B41FA5}">
                      <a16:colId xmlns:a16="http://schemas.microsoft.com/office/drawing/2014/main" val="294716103"/>
                    </a:ext>
                  </a:extLst>
                </a:gridCol>
                <a:gridCol w="734111">
                  <a:extLst>
                    <a:ext uri="{9D8B030D-6E8A-4147-A177-3AD203B41FA5}">
                      <a16:colId xmlns:a16="http://schemas.microsoft.com/office/drawing/2014/main" val="216367227"/>
                    </a:ext>
                  </a:extLst>
                </a:gridCol>
                <a:gridCol w="917638">
                  <a:extLst>
                    <a:ext uri="{9D8B030D-6E8A-4147-A177-3AD203B41FA5}">
                      <a16:colId xmlns:a16="http://schemas.microsoft.com/office/drawing/2014/main" val="3557882156"/>
                    </a:ext>
                  </a:extLst>
                </a:gridCol>
                <a:gridCol w="917638">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endParaRPr lang="en-US" sz="900">
                        <a:latin typeface="+mn-lt"/>
                      </a:endParaRP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65.3%</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rgbClr val="FF0000"/>
                        </a:solidFill>
                        <a:latin typeface="Sofia Pro Medium"/>
                        <a:ea typeface="+mn-ea"/>
                        <a:cs typeface="+mn-cs"/>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4.21</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accent6">
                            <a:lumMod val="75000"/>
                          </a:schemeClr>
                        </a:solidFill>
                        <a:latin typeface="Sofia Pro Medium"/>
                        <a:ea typeface="+mn-ea"/>
                        <a:cs typeface="+mn-cs"/>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258635">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1.5%</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lumMod val="75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solidFill>
                          <a:schemeClr val="tx1"/>
                        </a:solidFill>
                        <a:latin typeface="+mn-lt"/>
                      </a:endParaRPr>
                    </a:p>
                  </a:txBody>
                  <a:tcPr marL="51435" marR="51435" marT="25718" marB="25718" anchor="ctr"/>
                </a:tc>
                <a:tc>
                  <a:txBody>
                    <a:bodyPr/>
                    <a:lstStyle/>
                    <a:p>
                      <a:r>
                        <a:rPr lang="en-US" sz="900">
                          <a:solidFill>
                            <a:schemeClr val="tx1"/>
                          </a:solidFill>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solidFill>
                            <a:schemeClr val="tx1"/>
                          </a:solidFill>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0/0/0</a:t>
                      </a: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chemeClr val="tx1"/>
                        </a:solidFill>
                        <a:latin typeface="+mn-lt"/>
                      </a:endParaRPr>
                    </a:p>
                  </a:txBody>
                  <a:tcPr marL="51435" marR="51435" marT="25718" marB="25718" anchor="ctr"/>
                </a:tc>
                <a:tc>
                  <a:txBody>
                    <a:bodyPr/>
                    <a:lstStyle/>
                    <a:p>
                      <a:r>
                        <a:rPr lang="en-US" sz="900">
                          <a:solidFill>
                            <a:schemeClr val="tx1"/>
                          </a:solidFill>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solidFill>
                            <a:schemeClr val="tx1"/>
                          </a:solidFill>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kern="1200" noProof="0">
                          <a:solidFill>
                            <a:schemeClr val="tx1"/>
                          </a:solidFill>
                          <a:latin typeface="+mn-lt"/>
                        </a:rPr>
                        <a:t>N/A</a:t>
                      </a:r>
                      <a:endParaRPr lang="en-US" sz="900" kern="1200" noProof="0">
                        <a:solidFill>
                          <a:schemeClr val="tx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tx1"/>
                        </a:solidFill>
                        <a:latin typeface="Sofia Pro Medium"/>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marL="51435" marR="51435" marT="25718" marB="25718" anchor="ctr"/>
                </a:tc>
                <a:tc>
                  <a:txBody>
                    <a:bodyPr/>
                    <a:lstStyle/>
                    <a:p>
                      <a:r>
                        <a:rPr lang="en-US" sz="900">
                          <a:solidFill>
                            <a:schemeClr val="tx1"/>
                          </a:solidFill>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solidFill>
                            <a:schemeClr val="tx1"/>
                          </a:solidFill>
                          <a:latin typeface="+mn-lt"/>
                        </a:rPr>
                        <a:t>Dispositioned PDR Bugs</a:t>
                      </a:r>
                      <a:r>
                        <a:rPr lang="en-US" sz="900" strike="noStrike" baseline="30000">
                          <a:solidFill>
                            <a:schemeClr val="tx1"/>
                          </a:solidFill>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3</a:t>
                      </a:r>
                      <a:endParaRPr lang="en-US" sz="900">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kern="1200" noProof="0">
                          <a:solidFill>
                            <a:schemeClr val="tx1"/>
                          </a:solidFill>
                          <a:latin typeface="Sofia Pro Medium"/>
                          <a:ea typeface="+mn-ea"/>
                          <a:cs typeface="+mn-cs"/>
                        </a:rPr>
                        <a:t>Assigned</a:t>
                      </a:r>
                      <a:r>
                        <a:rPr lang="en-US" sz="900" b="0" i="0" u="none" strike="noStrike" kern="1200" noProof="0">
                          <a:solidFill>
                            <a:schemeClr val="accent6"/>
                          </a:solidFill>
                          <a:latin typeface="Sofia Pro Medium"/>
                          <a:ea typeface="+mn-ea"/>
                          <a:cs typeface="+mn-cs"/>
                        </a:rPr>
                        <a:t>: </a:t>
                      </a:r>
                      <a:endParaRPr lang="en-US" sz="900" b="0" i="0" u="none" strike="noStrike" kern="1200" noProof="0">
                        <a:solidFill>
                          <a:srgbClr val="323D48"/>
                        </a:solidFill>
                        <a:latin typeface="Sofia Pro Medium"/>
                        <a:ea typeface="+mn-ea"/>
                        <a:cs typeface="+mn-cs"/>
                      </a:endParaRPr>
                    </a:p>
                    <a:p>
                      <a:pPr marL="0" marR="0" lvl="0" indent="0" algn="l">
                        <a:lnSpc>
                          <a:spcPct val="100000"/>
                        </a:lnSpc>
                        <a:spcBef>
                          <a:spcPts val="0"/>
                        </a:spcBef>
                        <a:spcAft>
                          <a:spcPts val="0"/>
                        </a:spcAft>
                        <a:buNone/>
                      </a:pPr>
                      <a:r>
                        <a:rPr lang="en-US" sz="900" b="0" i="0" u="none" strike="noStrike" kern="1200" noProof="0">
                          <a:solidFill>
                            <a:schemeClr val="tx1"/>
                          </a:solidFill>
                          <a:latin typeface="Sofia Pro Medium"/>
                          <a:ea typeface="+mn-ea"/>
                          <a:cs typeface="+mn-cs"/>
                        </a:rPr>
                        <a:t>Resolved:</a:t>
                      </a:r>
                      <a:endParaRPr lang="en-US"/>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solidFill>
                            <a:schemeClr val="tx1"/>
                          </a:solidFill>
                          <a:latin typeface="+mn-lt"/>
                        </a:rPr>
                        <a:t>Change Failure Rate</a:t>
                      </a:r>
                      <a:r>
                        <a:rPr lang="en-US" sz="900" baseline="30000">
                          <a:solidFill>
                            <a:schemeClr val="tx1"/>
                          </a:solidFill>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solidFill>
                            <a:schemeClr val="tx1"/>
                          </a:solidFill>
                          <a:latin typeface="+mn-lt"/>
                        </a:rPr>
                        <a:t>Code Coverage %</a:t>
                      </a:r>
                    </a:p>
                  </a:txBody>
                  <a:tcPr marL="51435" marR="51435" marT="25718" marB="25718" anchor="ctr"/>
                </a:tc>
                <a:tc>
                  <a:txBody>
                    <a:bodyPr/>
                    <a:lstStyle/>
                    <a:p>
                      <a:pPr lvl="0">
                        <a:buNone/>
                      </a:pPr>
                      <a:endParaRPr lang="en-US" sz="900" b="0" i="0" u="none" strike="noStrike" noProof="0">
                        <a:solidFill>
                          <a:schemeClr val="tx1"/>
                        </a:solidFill>
                        <a:latin typeface="+mn-lt"/>
                      </a:endParaRPr>
                    </a:p>
                  </a:txBody>
                  <a:tcPr marL="51435" marR="51435" marT="25718" marB="25718" anchor="ctr"/>
                </a:tc>
                <a:tc>
                  <a:txBody>
                    <a:bodyPr/>
                    <a:lstStyle/>
                    <a:p>
                      <a:pPr lvl="0">
                        <a:buNone/>
                      </a:pPr>
                      <a:endParaRPr lang="en-US" sz="900">
                        <a:solidFill>
                          <a:schemeClr val="tx1"/>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0%</a:t>
                      </a:r>
                    </a:p>
                  </a:txBody>
                  <a:tcPr marL="51435" marR="51435" marT="25718" marB="25718" anchor="ctr"/>
                </a:tc>
                <a:tc>
                  <a:txBody>
                    <a:bodyPr/>
                    <a:lstStyle/>
                    <a:p>
                      <a:pPr lvl="0">
                        <a:buNone/>
                      </a:pPr>
                      <a:endParaRPr lang="en-US" sz="900" b="0" i="0" u="none" strike="noStrike" noProof="0">
                        <a:solidFill>
                          <a:srgbClr val="323D48"/>
                        </a:solidFill>
                        <a:latin typeface="Sofia Pro Medium"/>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323D48"/>
                          </a:solidFill>
                          <a:latin typeface="+mn-lt"/>
                        </a:rPr>
                        <a:t>R: 61</a:t>
                      </a:r>
                      <a:r>
                        <a:rPr lang="pt-BR" sz="900" b="0" i="0" u="none" strike="noStrike" noProof="0">
                          <a:solidFill>
                            <a:schemeClr val="tx1"/>
                          </a:solidFill>
                          <a:latin typeface="+mn-lt"/>
                        </a:rPr>
                        <a:t>%</a:t>
                      </a:r>
                    </a:p>
                    <a:p>
                      <a:pPr marL="0" marR="0" lvl="0" indent="0" algn="l">
                        <a:lnSpc>
                          <a:spcPct val="100000"/>
                        </a:lnSpc>
                        <a:spcBef>
                          <a:spcPts val="0"/>
                        </a:spcBef>
                        <a:spcAft>
                          <a:spcPts val="0"/>
                        </a:spcAft>
                        <a:buNone/>
                      </a:pPr>
                      <a:r>
                        <a:rPr lang="pt-BR" sz="900" b="0" i="0" u="none" strike="noStrike" noProof="0">
                          <a:solidFill>
                            <a:srgbClr val="323D48"/>
                          </a:solidFill>
                          <a:latin typeface="+mn-lt"/>
                        </a:rPr>
                        <a:t>T: 39</a:t>
                      </a:r>
                      <a:r>
                        <a:rPr lang="pt-BR" sz="900" b="0" i="0" u="none" strike="noStrike" noProof="0">
                          <a:solidFill>
                            <a:schemeClr val="tx1"/>
                          </a:solidFill>
                          <a:latin typeface="+mn-lt"/>
                        </a:rPr>
                        <a:t>%</a:t>
                      </a:r>
                      <a:endParaRPr lang="pt-BR" sz="900">
                        <a:latin typeface="+mn-lt"/>
                      </a:endParaRPr>
                    </a:p>
                    <a:p>
                      <a:pPr marL="0" marR="0" lvl="0" indent="0" algn="l">
                        <a:lnSpc>
                          <a:spcPct val="100000"/>
                        </a:lnSpc>
                        <a:spcBef>
                          <a:spcPts val="0"/>
                        </a:spcBef>
                        <a:spcAft>
                          <a:spcPts val="0"/>
                        </a:spcAft>
                        <a:buNone/>
                      </a:pPr>
                      <a:r>
                        <a:rPr lang="pt-BR" sz="900" b="0" i="0" u="none" strike="noStrike" noProof="0">
                          <a:solidFill>
                            <a:srgbClr val="323D48"/>
                          </a:solidFill>
                          <a:latin typeface="+mn-lt"/>
                        </a:rPr>
                        <a:t>M: 0</a:t>
                      </a:r>
                      <a:r>
                        <a:rPr lang="pt-BR" sz="900" b="0" i="0" u="none" strike="noStrike" noProof="0">
                          <a:solidFill>
                            <a:schemeClr val="tx1"/>
                          </a:solidFill>
                          <a:latin typeface="+mn-lt"/>
                        </a:rPr>
                        <a:t>%</a:t>
                      </a:r>
                      <a:endParaRPr lang="pt-BR" sz="900">
                        <a:latin typeface="+mn-lt"/>
                      </a:endParaRPr>
                    </a:p>
                    <a:p>
                      <a:pPr marL="0" marR="0" lvl="0" indent="0" algn="l">
                        <a:lnSpc>
                          <a:spcPct val="100000"/>
                        </a:lnSpc>
                        <a:spcBef>
                          <a:spcPts val="0"/>
                        </a:spcBef>
                        <a:spcAft>
                          <a:spcPts val="0"/>
                        </a:spcAft>
                        <a:buNone/>
                      </a:pPr>
                      <a:r>
                        <a:rPr lang="pt-BR" sz="900" b="0" i="0" u="none" strike="noStrike" noProof="0">
                          <a:solidFill>
                            <a:srgbClr val="323D48"/>
                          </a:solidFill>
                          <a:latin typeface="+mn-lt"/>
                        </a:rPr>
                        <a:t>O: 0%</a:t>
                      </a:r>
                      <a:endParaRPr lang="pt-BR"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R: </a:t>
                      </a:r>
                      <a:endParaRPr lang="en-US"/>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T: </a:t>
                      </a:r>
                      <a:endParaRPr lang="pt-BR" sz="900" b="0" i="0" u="none" strike="noStrike" noProof="0">
                        <a:solidFill>
                          <a:schemeClr val="tx1"/>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M: </a:t>
                      </a:r>
                      <a:endParaRPr lang="pt-BR" sz="900" b="0" i="0" u="none" strike="noStrike" noProof="0">
                        <a:solidFill>
                          <a:schemeClr val="tx1"/>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rgbClr val="FF0000"/>
                        </a:solidFill>
                        <a:latin typeface="Sofia Pro Medium"/>
                        <a:ea typeface="+mn-ea"/>
                        <a:cs typeface="+mn-cs"/>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7" name="TextBox 6">
            <a:extLst>
              <a:ext uri="{FF2B5EF4-FFF2-40B4-BE49-F238E27FC236}">
                <a16:creationId xmlns:a16="http://schemas.microsoft.com/office/drawing/2014/main" id="{B7ED4053-F881-9B3F-3BAE-7AC2E0070D03}"/>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Sans-Serif" panose="05000000000000000000" pitchFamily="2" charset="2"/>
              <a:buChar char="§"/>
            </a:pPr>
            <a:r>
              <a:rPr lang="en-US" sz="1050" b="1">
                <a:cs typeface="Calibri"/>
              </a:rPr>
              <a:t>Team Resources: </a:t>
            </a:r>
            <a:r>
              <a:rPr lang="en-US" sz="1050">
                <a:cs typeface="Calibri"/>
              </a:rPr>
              <a:t>1 Team (8 Eng, 1 PM, 2 Test, 1 UX) </a:t>
            </a:r>
          </a:p>
          <a:p>
            <a:pPr marL="182880" indent="-182880">
              <a:spcBef>
                <a:spcPts val="200"/>
              </a:spcBef>
              <a:spcAft>
                <a:spcPts val="200"/>
              </a:spcAft>
              <a:buFont typeface="Wingdings,Sans-Serif"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20" name="Graphic 19" descr="Badge 1 with solid fill">
            <a:extLst>
              <a:ext uri="{FF2B5EF4-FFF2-40B4-BE49-F238E27FC236}">
                <a16:creationId xmlns:a16="http://schemas.microsoft.com/office/drawing/2014/main" id="{AB091376-8952-9E9A-B423-8D635CC280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3" name="Graphic 22" descr="Badge with solid fill">
            <a:extLst>
              <a:ext uri="{FF2B5EF4-FFF2-40B4-BE49-F238E27FC236}">
                <a16:creationId xmlns:a16="http://schemas.microsoft.com/office/drawing/2014/main" id="{38AFD848-7486-9E1D-9557-AD3757F2CD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5" name="Graphic 24" descr="Badge 3 with solid fill">
            <a:extLst>
              <a:ext uri="{FF2B5EF4-FFF2-40B4-BE49-F238E27FC236}">
                <a16:creationId xmlns:a16="http://schemas.microsoft.com/office/drawing/2014/main" id="{62AAC763-CF7D-581F-B48D-6DD46758E7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7" name="TextBox 26">
            <a:extLst>
              <a:ext uri="{FF2B5EF4-FFF2-40B4-BE49-F238E27FC236}">
                <a16:creationId xmlns:a16="http://schemas.microsoft.com/office/drawing/2014/main" id="{F63BEFB0-A74E-9D82-759B-8823308298BD}"/>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203249F6-5705-8BB9-5DEC-F9C4C24F75C9}"/>
              </a:ext>
            </a:extLst>
          </p:cNvPr>
          <p:cNvGraphicFramePr>
            <a:graphicFrameLocks noGrp="1"/>
          </p:cNvGraphicFramePr>
          <p:nvPr>
            <p:extLst>
              <p:ext uri="{D42A27DB-BD31-4B8C-83A1-F6EECF244321}">
                <p14:modId xmlns:p14="http://schemas.microsoft.com/office/powerpoint/2010/main" val="1812581584"/>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1" name="Graphic 10" descr="Badge 1 with solid fill">
            <a:extLst>
              <a:ext uri="{FF2B5EF4-FFF2-40B4-BE49-F238E27FC236}">
                <a16:creationId xmlns:a16="http://schemas.microsoft.com/office/drawing/2014/main" id="{C9A8C633-7E9B-ADD6-7CC9-E982320694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076081F9-3E26-184E-B9E3-A069C29F99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9" name="Graphic 18" descr="Badge 3 with solid fill">
            <a:extLst>
              <a:ext uri="{FF2B5EF4-FFF2-40B4-BE49-F238E27FC236}">
                <a16:creationId xmlns:a16="http://schemas.microsoft.com/office/drawing/2014/main" id="{A14502DF-17A6-8CA5-4FF4-588AD3DCC7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8" name="TextBox 6">
            <a:extLst>
              <a:ext uri="{FF2B5EF4-FFF2-40B4-BE49-F238E27FC236}">
                <a16:creationId xmlns:a16="http://schemas.microsoft.com/office/drawing/2014/main" id="{D798DFC0-CEF0-0B24-B5BF-598BE38AEF2F}"/>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10" name="Rectangle 9">
            <a:extLst>
              <a:ext uri="{FF2B5EF4-FFF2-40B4-BE49-F238E27FC236}">
                <a16:creationId xmlns:a16="http://schemas.microsoft.com/office/drawing/2014/main" id="{025FBCC1-B8F1-8999-335A-84BB912667BE}"/>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886032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8907-ED7B-9E57-B5B4-C2C2014050EE}"/>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592DCF5-E6B7-FA6B-7B3A-831A41B7656D}"/>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6</a:t>
            </a:fld>
            <a:endParaRPr lang="en-US"/>
          </a:p>
        </p:txBody>
      </p:sp>
      <p:sp>
        <p:nvSpPr>
          <p:cNvPr id="5" name="Title 3">
            <a:extLst>
              <a:ext uri="{FF2B5EF4-FFF2-40B4-BE49-F238E27FC236}">
                <a16:creationId xmlns:a16="http://schemas.microsoft.com/office/drawing/2014/main" id="{C52F23A0-AA7A-C32F-4DCD-0CBC3C5D205D}"/>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 Market Pay Scorecard</a:t>
            </a:r>
          </a:p>
        </p:txBody>
      </p:sp>
      <p:sp>
        <p:nvSpPr>
          <p:cNvPr id="14" name="TextBox 13">
            <a:extLst>
              <a:ext uri="{FF2B5EF4-FFF2-40B4-BE49-F238E27FC236}">
                <a16:creationId xmlns:a16="http://schemas.microsoft.com/office/drawing/2014/main" id="{82C66F1F-BE07-EAA4-AC5A-9BB9FA6CD03A}"/>
              </a:ext>
            </a:extLst>
          </p:cNvPr>
          <p:cNvSpPr txBox="1"/>
          <p:nvPr/>
        </p:nvSpPr>
        <p:spPr>
          <a:xfrm>
            <a:off x="8045" y="6123743"/>
            <a:ext cx="5455528"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1" name="TextBox 10">
            <a:extLst>
              <a:ext uri="{FF2B5EF4-FFF2-40B4-BE49-F238E27FC236}">
                <a16:creationId xmlns:a16="http://schemas.microsoft.com/office/drawing/2014/main" id="{76C99061-B524-1D99-C4C3-EDCEAC14D639}"/>
              </a:ext>
            </a:extLst>
          </p:cNvPr>
          <p:cNvSpPr txBox="1"/>
          <p:nvPr/>
        </p:nvSpPr>
        <p:spPr>
          <a:xfrm>
            <a:off x="8993694" y="5670398"/>
            <a:ext cx="2975080" cy="1054135"/>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t>1 Team (8 Eng &amp; Test, 1 PM, 0 UX) -  shared with Compensation Management product</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(88%), Mexico (12%)</a:t>
            </a:r>
            <a:endParaRPr lang="en-US" sz="1050" b="1">
              <a:cs typeface="Calibri"/>
            </a:endParaRPr>
          </a:p>
        </p:txBody>
      </p:sp>
      <p:sp>
        <p:nvSpPr>
          <p:cNvPr id="10" name="Rectangle 9">
            <a:extLst>
              <a:ext uri="{FF2B5EF4-FFF2-40B4-BE49-F238E27FC236}">
                <a16:creationId xmlns:a16="http://schemas.microsoft.com/office/drawing/2014/main" id="{659DB8D0-E8E0-8986-55BF-37109B8F3BDC}"/>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9" name="TextBox 18">
            <a:extLst>
              <a:ext uri="{FF2B5EF4-FFF2-40B4-BE49-F238E27FC236}">
                <a16:creationId xmlns:a16="http://schemas.microsoft.com/office/drawing/2014/main" id="{6E02C9BE-81FD-F00E-2003-14A88A5E5777}"/>
              </a:ext>
            </a:extLst>
          </p:cNvPr>
          <p:cNvSpPr txBox="1"/>
          <p:nvPr/>
        </p:nvSpPr>
        <p:spPr>
          <a:xfrm>
            <a:off x="4125838" y="5448625"/>
            <a:ext cx="479870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0" name="Table 19">
            <a:extLst>
              <a:ext uri="{FF2B5EF4-FFF2-40B4-BE49-F238E27FC236}">
                <a16:creationId xmlns:a16="http://schemas.microsoft.com/office/drawing/2014/main" id="{E919F8FA-750F-B50F-3C94-437093204369}"/>
              </a:ext>
            </a:extLst>
          </p:cNvPr>
          <p:cNvGraphicFramePr>
            <a:graphicFrameLocks noGrp="1"/>
          </p:cNvGraphicFramePr>
          <p:nvPr>
            <p:extLst>
              <p:ext uri="{D42A27DB-BD31-4B8C-83A1-F6EECF244321}">
                <p14:modId xmlns:p14="http://schemas.microsoft.com/office/powerpoint/2010/main" val="1360617356"/>
              </p:ext>
            </p:extLst>
          </p:nvPr>
        </p:nvGraphicFramePr>
        <p:xfrm>
          <a:off x="4140821" y="824977"/>
          <a:ext cx="4477388" cy="4560472"/>
        </p:xfrm>
        <a:graphic>
          <a:graphicData uri="http://schemas.openxmlformats.org/drawingml/2006/table">
            <a:tbl>
              <a:tblPr firstRow="1" bandRow="1">
                <a:tableStyleId>{F5AB1C69-6EDB-4FF4-983F-18BD219EF322}</a:tableStyleId>
              </a:tblPr>
              <a:tblGrid>
                <a:gridCol w="1156862">
                  <a:extLst>
                    <a:ext uri="{9D8B030D-6E8A-4147-A177-3AD203B41FA5}">
                      <a16:colId xmlns:a16="http://schemas.microsoft.com/office/drawing/2014/main" val="20000"/>
                    </a:ext>
                  </a:extLst>
                </a:gridCol>
                <a:gridCol w="814863">
                  <a:extLst>
                    <a:ext uri="{9D8B030D-6E8A-4147-A177-3AD203B41FA5}">
                      <a16:colId xmlns:a16="http://schemas.microsoft.com/office/drawing/2014/main" val="294716103"/>
                    </a:ext>
                  </a:extLst>
                </a:gridCol>
                <a:gridCol w="814863">
                  <a:extLst>
                    <a:ext uri="{9D8B030D-6E8A-4147-A177-3AD203B41FA5}">
                      <a16:colId xmlns:a16="http://schemas.microsoft.com/office/drawing/2014/main" val="314070512"/>
                    </a:ext>
                  </a:extLst>
                </a:gridCol>
                <a:gridCol w="889896">
                  <a:extLst>
                    <a:ext uri="{9D8B030D-6E8A-4147-A177-3AD203B41FA5}">
                      <a16:colId xmlns:a16="http://schemas.microsoft.com/office/drawing/2014/main" val="3557882156"/>
                    </a:ext>
                  </a:extLst>
                </a:gridCol>
                <a:gridCol w="800904">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5706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77607">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solidFill>
                            <a:schemeClr val="tx1"/>
                          </a:solidFill>
                          <a:latin typeface="+mn-lt"/>
                        </a:rPr>
                        <a:t>75%</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2.89 days</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5%</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607">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103975">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7</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6</a:t>
                      </a:r>
                      <a:endParaRPr lang="en-US" sz="900" b="0" i="0" u="none" strike="noStrike" noProof="0">
                        <a:solidFill>
                          <a:srgbClr val="323D48"/>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noProof="0">
                        <a:solidFill>
                          <a:srgbClr val="FF0000"/>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a:t>
                      </a:r>
                      <a:r>
                        <a:rPr lang="en-US" sz="900">
                          <a:solidFill>
                            <a:schemeClr val="accent6"/>
                          </a:solidFill>
                          <a:latin typeface="+mn-lt"/>
                        </a:rPr>
                        <a:t> </a:t>
                      </a: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607">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44.4%</a:t>
                      </a: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4009">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68%</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607">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607">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pic>
        <p:nvPicPr>
          <p:cNvPr id="17" name="Graphic 16" descr="Badge 1 with solid fill">
            <a:extLst>
              <a:ext uri="{FF2B5EF4-FFF2-40B4-BE49-F238E27FC236}">
                <a16:creationId xmlns:a16="http://schemas.microsoft.com/office/drawing/2014/main" id="{89CA0C9F-DDB2-8902-6363-D26408C008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9" name="Graphic 28" descr="Badge with solid fill">
            <a:extLst>
              <a:ext uri="{FF2B5EF4-FFF2-40B4-BE49-F238E27FC236}">
                <a16:creationId xmlns:a16="http://schemas.microsoft.com/office/drawing/2014/main" id="{12F1EEBA-5749-9610-71DF-6EDB33D91A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31" name="Graphic 30" descr="Badge 3 with solid fill">
            <a:extLst>
              <a:ext uri="{FF2B5EF4-FFF2-40B4-BE49-F238E27FC236}">
                <a16:creationId xmlns:a16="http://schemas.microsoft.com/office/drawing/2014/main" id="{EA642895-8E5B-83C9-1A1D-16BE55DF1F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33" name="TextBox 32">
            <a:extLst>
              <a:ext uri="{FF2B5EF4-FFF2-40B4-BE49-F238E27FC236}">
                <a16:creationId xmlns:a16="http://schemas.microsoft.com/office/drawing/2014/main" id="{C51D10F7-CB7F-D263-9723-7273F18A4512}"/>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3" name="Table 2">
            <a:extLst>
              <a:ext uri="{FF2B5EF4-FFF2-40B4-BE49-F238E27FC236}">
                <a16:creationId xmlns:a16="http://schemas.microsoft.com/office/drawing/2014/main" id="{C361F8F1-8108-162D-1B70-E5838CB4D0EB}"/>
              </a:ext>
            </a:extLst>
          </p:cNvPr>
          <p:cNvGraphicFramePr>
            <a:graphicFrameLocks noGrp="1"/>
          </p:cNvGraphicFramePr>
          <p:nvPr>
            <p:extLst>
              <p:ext uri="{D42A27DB-BD31-4B8C-83A1-F6EECF244321}">
                <p14:modId xmlns:p14="http://schemas.microsoft.com/office/powerpoint/2010/main" val="3351254228"/>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9" name="Graphic 8" descr="Badge 1 with solid fill">
            <a:extLst>
              <a:ext uri="{FF2B5EF4-FFF2-40B4-BE49-F238E27FC236}">
                <a16:creationId xmlns:a16="http://schemas.microsoft.com/office/drawing/2014/main" id="{90D28F38-B40E-9E7F-D01D-B3E21503A9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C7C66D7B-D1B1-1E25-5D09-43522A2C81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8" name="Graphic 17" descr="Badge 3 with solid fill">
            <a:extLst>
              <a:ext uri="{FF2B5EF4-FFF2-40B4-BE49-F238E27FC236}">
                <a16:creationId xmlns:a16="http://schemas.microsoft.com/office/drawing/2014/main" id="{3848C6EC-D7AD-7EB3-4C32-31F5EB9D5A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DE0FB9CB-E16A-D53C-7CC6-2ACD276484D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42BDBF82-7785-5F56-29F9-4A55DE5A5109}"/>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875240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A4A0-8DF5-96E7-073C-4BE918404DA5}"/>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6E879E8-300C-C4D1-3BC4-1C50A639CE9F}"/>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7</a:t>
            </a:fld>
            <a:endParaRPr lang="en-US"/>
          </a:p>
        </p:txBody>
      </p:sp>
      <p:sp>
        <p:nvSpPr>
          <p:cNvPr id="5" name="Title 3">
            <a:extLst>
              <a:ext uri="{FF2B5EF4-FFF2-40B4-BE49-F238E27FC236}">
                <a16:creationId xmlns:a16="http://schemas.microsoft.com/office/drawing/2014/main" id="{7CA2735F-D368-49A2-F059-75C2B6AD3010}"/>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Onboarding Scorecard </a:t>
            </a:r>
          </a:p>
        </p:txBody>
      </p:sp>
      <p:sp>
        <p:nvSpPr>
          <p:cNvPr id="9" name="Rectangle 8">
            <a:extLst>
              <a:ext uri="{FF2B5EF4-FFF2-40B4-BE49-F238E27FC236}">
                <a16:creationId xmlns:a16="http://schemas.microsoft.com/office/drawing/2014/main" id="{A942A290-36CE-B08A-7F43-A633B9E59728}"/>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DBEA8CD8-5F9F-8093-A3A9-7C0B5A37D169}"/>
              </a:ext>
            </a:extLst>
          </p:cNvPr>
          <p:cNvSpPr txBox="1"/>
          <p:nvPr/>
        </p:nvSpPr>
        <p:spPr>
          <a:xfrm>
            <a:off x="647" y="6124482"/>
            <a:ext cx="4819295"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3604BE42-7F80-9459-E955-FF8A5CE7FC75}"/>
              </a:ext>
            </a:extLst>
          </p:cNvPr>
          <p:cNvGraphicFramePr>
            <a:graphicFrameLocks noGrp="1"/>
          </p:cNvGraphicFramePr>
          <p:nvPr>
            <p:extLst>
              <p:ext uri="{D42A27DB-BD31-4B8C-83A1-F6EECF244321}">
                <p14:modId xmlns:p14="http://schemas.microsoft.com/office/powerpoint/2010/main" val="4128814898"/>
              </p:ext>
            </p:extLst>
          </p:nvPr>
        </p:nvGraphicFramePr>
        <p:xfrm>
          <a:off x="4114800" y="874217"/>
          <a:ext cx="4419600" cy="4955549"/>
        </p:xfrm>
        <a:graphic>
          <a:graphicData uri="http://schemas.openxmlformats.org/drawingml/2006/table">
            <a:tbl>
              <a:tblPr firstRow="1" bandRow="1">
                <a:tableStyleId>{F5AB1C69-6EDB-4FF4-983F-18BD219EF322}</a:tableStyleId>
              </a:tblPr>
              <a:tblGrid>
                <a:gridCol w="1178559">
                  <a:extLst>
                    <a:ext uri="{9D8B030D-6E8A-4147-A177-3AD203B41FA5}">
                      <a16:colId xmlns:a16="http://schemas.microsoft.com/office/drawing/2014/main" val="20000"/>
                    </a:ext>
                  </a:extLst>
                </a:gridCol>
                <a:gridCol w="785707">
                  <a:extLst>
                    <a:ext uri="{9D8B030D-6E8A-4147-A177-3AD203B41FA5}">
                      <a16:colId xmlns:a16="http://schemas.microsoft.com/office/drawing/2014/main" val="294716103"/>
                    </a:ext>
                  </a:extLst>
                </a:gridCol>
                <a:gridCol w="785707">
                  <a:extLst>
                    <a:ext uri="{9D8B030D-6E8A-4147-A177-3AD203B41FA5}">
                      <a16:colId xmlns:a16="http://schemas.microsoft.com/office/drawing/2014/main" val="3344345782"/>
                    </a:ext>
                  </a:extLst>
                </a:gridCol>
                <a:gridCol w="785707">
                  <a:extLst>
                    <a:ext uri="{9D8B030D-6E8A-4147-A177-3AD203B41FA5}">
                      <a16:colId xmlns:a16="http://schemas.microsoft.com/office/drawing/2014/main" val="3557882156"/>
                    </a:ext>
                  </a:extLst>
                </a:gridCol>
                <a:gridCol w="883920">
                  <a:extLst>
                    <a:ext uri="{9D8B030D-6E8A-4147-A177-3AD203B41FA5}">
                      <a16:colId xmlns:a16="http://schemas.microsoft.com/office/drawing/2014/main" val="1089233158"/>
                    </a:ext>
                  </a:extLst>
                </a:gridCol>
              </a:tblGrid>
              <a:tr h="25119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194155">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194155">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89.7%</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bg1">
                            <a:lumMod val="10000"/>
                          </a:schemeClr>
                        </a:solidFill>
                        <a:latin typeface="+mn-lt"/>
                      </a:endParaRPr>
                    </a:p>
                  </a:txBody>
                  <a:tcPr marL="51435" marR="51435" marT="25718" marB="25718" anchor="ctr">
                    <a:noFill/>
                  </a:tcP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339315">
                <a:tc>
                  <a:txBody>
                    <a:bodyPr/>
                    <a:lstStyle/>
                    <a:p>
                      <a:pPr>
                        <a:defRPr sz="1000"/>
                      </a:pPr>
                      <a:r>
                        <a:rPr lang="en-US" sz="900">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6</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194155">
                <a:tc>
                  <a:txBody>
                    <a:bodyPr/>
                    <a:lstStyle/>
                    <a:p>
                      <a:pPr>
                        <a:defRPr sz="1000"/>
                      </a:pPr>
                      <a:r>
                        <a:rPr lang="en-US" sz="900">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3%</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bg1">
                            <a:lumMod val="10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94155">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94155">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339317">
                <a:tc>
                  <a:txBody>
                    <a:bodyPr/>
                    <a:lstStyle/>
                    <a:p>
                      <a:pPr>
                        <a:defRPr sz="1000"/>
                      </a:pPr>
                      <a:r>
                        <a:rPr lang="en-US" sz="900">
                          <a:latin typeface="+mn-lt"/>
                        </a:rPr>
                        <a:t>Sev 1/2/3 Incidents</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latin typeface="+mn-lt"/>
                        </a:rPr>
                        <a:t>0/ 0 / 0</a:t>
                      </a:r>
                    </a:p>
                    <a:p>
                      <a:pPr marL="0" marR="0" lvl="0" indent="0" algn="l">
                        <a:lnSpc>
                          <a:spcPct val="100000"/>
                        </a:lnSpc>
                        <a:spcBef>
                          <a:spcPts val="0"/>
                        </a:spcBef>
                        <a:spcAft>
                          <a:spcPts val="0"/>
                        </a:spcAft>
                        <a:buNone/>
                      </a:pPr>
                      <a:endParaRPr lang="en-US" sz="900" b="0" i="0" u="none" strike="noStrike" noProof="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94155">
                <a:tc>
                  <a:txBody>
                    <a:bodyPr/>
                    <a:lstStyle/>
                    <a:p>
                      <a:pPr>
                        <a:defRPr sz="1000"/>
                      </a:pPr>
                      <a:r>
                        <a:rPr lang="en-US" sz="900">
                          <a:latin typeface="+mn-lt"/>
                        </a:rPr>
                        <a:t>MTTR (Sev 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bg1">
                            <a:lumMod val="10000"/>
                          </a:schemeClr>
                        </a:solidFill>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94154">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47727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lvl="0">
                        <a:buNone/>
                      </a:pPr>
                      <a:r>
                        <a:rPr lang="en-US" sz="900" b="0" i="0" u="none" strike="noStrike" noProof="0">
                          <a:solidFill>
                            <a:schemeClr val="tx1"/>
                          </a:solidFill>
                          <a:latin typeface="+mn-lt"/>
                        </a:rPr>
                        <a:t>Assigned: 9</a:t>
                      </a:r>
                    </a:p>
                    <a:p>
                      <a:pPr lvl="0">
                        <a:buNone/>
                      </a:pPr>
                      <a:r>
                        <a:rPr lang="en-US" sz="900" b="0" i="0" u="none" strike="noStrike" noProof="0">
                          <a:solidFill>
                            <a:schemeClr val="tx1"/>
                          </a:solidFill>
                          <a:latin typeface="+mn-lt"/>
                        </a:rPr>
                        <a:t>Resolved: 6</a:t>
                      </a:r>
                      <a:endParaRPr lang="en-US" sz="900">
                        <a:latin typeface="+mn-lt"/>
                      </a:endParaRPr>
                    </a:p>
                  </a:txBody>
                  <a:tcPr marL="51435" marR="51435" marT="25718" marB="25718" anchor="ctr"/>
                </a:tc>
                <a:tc>
                  <a:txBody>
                    <a:bodyPr/>
                    <a:lstStyle/>
                    <a:p>
                      <a:pPr lvl="0">
                        <a:buNone/>
                      </a:pPr>
                      <a:r>
                        <a:rPr lang="en-US" sz="900" b="0" i="0" u="none" strike="noStrike" noProof="0">
                          <a:solidFill>
                            <a:schemeClr val="tx1"/>
                          </a:solidFill>
                        </a:rPr>
                        <a:t>Assigned: </a:t>
                      </a:r>
                      <a:endParaRPr lang="en-US" sz="900" b="0" i="0" u="none" strike="noStrike" noProof="0"/>
                    </a:p>
                    <a:p>
                      <a:pPr lvl="0">
                        <a:buNone/>
                      </a:pPr>
                      <a:r>
                        <a:rPr lang="en-US" sz="900" b="0" i="0" u="none" strike="noStrike" noProof="0">
                          <a:solidFill>
                            <a:schemeClr val="tx1"/>
                          </a:solidFill>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Assigned: </a:t>
                      </a:r>
                      <a:endParaRPr lang="en-US" sz="900" b="0" i="0" u="none" strike="noStrike" noProof="0">
                        <a:solidFill>
                          <a:srgbClr val="FF000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Resolved: </a:t>
                      </a:r>
                      <a:endParaRPr lang="en-US" sz="900" b="0" i="0" u="none" strike="noStrike" noProof="0">
                        <a:solidFill>
                          <a:srgbClr val="FF0000"/>
                        </a:solidFill>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251190">
                <a:tc>
                  <a:txBody>
                    <a:bodyPr/>
                    <a:lstStyle/>
                    <a:p>
                      <a:pPr>
                        <a:defRPr sz="1000"/>
                      </a:pPr>
                      <a:r>
                        <a:rPr lang="en-US" sz="900">
                          <a:latin typeface="+mn-lt"/>
                        </a:rPr>
                        <a:t>Change Failure Rate</a:t>
                      </a:r>
                      <a:r>
                        <a:rPr lang="en-US" sz="900" baseline="30000">
                          <a:latin typeface="+mn-lt"/>
                        </a:rPr>
                        <a:t>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94155">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94155">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194155">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50%</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defRPr sz="1000"/>
                      </a:pPr>
                      <a:endParaRPr lang="en-US" sz="900" b="0" i="0" u="none" strike="noStrike" noProof="0">
                        <a:solidFill>
                          <a:srgbClr val="00B050"/>
                        </a:solidFill>
                        <a:highlight>
                          <a:srgbClr val="F5F5F5"/>
                        </a:highligh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629638">
                <a:tc>
                  <a:txBody>
                    <a:bodyPr/>
                    <a:lstStyle/>
                    <a:p>
                      <a:pPr>
                        <a:defRPr sz="1000"/>
                      </a:pPr>
                      <a:r>
                        <a:rPr lang="en-US" sz="900">
                          <a:latin typeface="+mn-lt"/>
                        </a:rPr>
                        <a:t>Investment Allocations</a:t>
                      </a:r>
                    </a:p>
                  </a:txBody>
                  <a:tcPr marL="51435" marR="51435" marT="25718" marB="25718" anchor="ctr"/>
                </a:tc>
                <a:tc>
                  <a:txBody>
                    <a:bodyPr/>
                    <a:lstStyle/>
                    <a:p>
                      <a:pPr lvl="0">
                        <a:buNone/>
                      </a:pPr>
                      <a:r>
                        <a:rPr lang="pt-BR" sz="900" b="0" i="0" u="none" strike="noStrike" noProof="0">
                          <a:solidFill>
                            <a:schemeClr val="tx1"/>
                          </a:solidFill>
                          <a:latin typeface="+mn-lt"/>
                        </a:rPr>
                        <a:t>R: 78%</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T: 4%</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M: 18%</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O: 0%</a:t>
                      </a:r>
                      <a:endParaRPr lang="pt-BR" sz="900">
                        <a:solidFill>
                          <a:schemeClr val="tx1"/>
                        </a:solidFill>
                        <a:latin typeface="+mn-lt"/>
                      </a:endParaRPr>
                    </a:p>
                  </a:txBody>
                  <a:tcPr marL="51435" marR="51435" marT="25718" marB="25718" anchor="ctr"/>
                </a:tc>
                <a:tc>
                  <a:txBody>
                    <a:bodyPr/>
                    <a:lstStyle/>
                    <a:p>
                      <a:pPr lvl="0">
                        <a:buNone/>
                      </a:pPr>
                      <a:r>
                        <a:rPr lang="pt-BR" sz="900" b="0" i="0" u="none" strike="noStrike" noProof="0">
                          <a:solidFill>
                            <a:schemeClr val="tx1"/>
                          </a:solidFill>
                        </a:rPr>
                        <a:t>R: </a:t>
                      </a:r>
                      <a:endParaRPr lang="en-US" sz="900" b="0" i="0" u="none" strike="noStrike" noProof="0">
                        <a:solidFill>
                          <a:schemeClr val="tx1"/>
                        </a:solidFill>
                      </a:endParaRPr>
                    </a:p>
                    <a:p>
                      <a:pPr lvl="0">
                        <a:buNone/>
                      </a:pPr>
                      <a:r>
                        <a:rPr lang="pt-BR" sz="900" b="0" i="0" u="none" strike="noStrike" noProof="0">
                          <a:solidFill>
                            <a:schemeClr val="tx1"/>
                          </a:solidFill>
                        </a:rPr>
                        <a:t>T: </a:t>
                      </a:r>
                      <a:endParaRPr lang="en-US" sz="900" b="0" i="0" u="none" strike="noStrike" noProof="0">
                        <a:solidFill>
                          <a:schemeClr val="tx1"/>
                        </a:solidFill>
                      </a:endParaRPr>
                    </a:p>
                    <a:p>
                      <a:pPr lvl="0">
                        <a:buNone/>
                      </a:pPr>
                      <a:r>
                        <a:rPr lang="pt-BR" sz="900" b="0" i="0" u="none" strike="noStrike" noProof="0">
                          <a:solidFill>
                            <a:schemeClr val="tx1"/>
                          </a:solidFill>
                        </a:rPr>
                        <a:t>M: </a:t>
                      </a:r>
                      <a:endParaRPr lang="en-US" sz="900" b="0" i="0" u="none" strike="noStrike" noProof="0">
                        <a:solidFill>
                          <a:schemeClr val="tx1"/>
                        </a:solidFill>
                      </a:endParaRPr>
                    </a:p>
                    <a:p>
                      <a:pPr lvl="0">
                        <a:buNone/>
                      </a:pPr>
                      <a:r>
                        <a:rPr lang="pt-BR" sz="900" b="0" i="0" u="none" strike="noStrike" noProof="0">
                          <a:solidFill>
                            <a:schemeClr val="tx1"/>
                          </a:solidFill>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319177">
                <a:tc>
                  <a:txBody>
                    <a:bodyPr/>
                    <a:lstStyle/>
                    <a:p>
                      <a:pPr>
                        <a:defRPr sz="1000"/>
                      </a:pPr>
                      <a:r>
                        <a:rPr lang="en-US" sz="900">
                          <a:latin typeface="+mn-lt"/>
                        </a:rPr>
                        <a:t>Deployment Frequency</a:t>
                      </a:r>
                      <a:r>
                        <a:rPr lang="en-US" sz="900" baseline="30000">
                          <a:latin typeface="+mn-lt"/>
                        </a:rPr>
                        <a:t>2</a:t>
                      </a:r>
                      <a:endParaRPr lang="en-US" sz="9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2 weeks</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319177">
                <a:tc>
                  <a:txBody>
                    <a:bodyPr/>
                    <a:lstStyle/>
                    <a:p>
                      <a:pPr>
                        <a:defRPr sz="1000"/>
                      </a:pPr>
                      <a:r>
                        <a:rPr lang="en-US" sz="900">
                          <a:latin typeface="+mn-lt"/>
                        </a:rPr>
                        <a:t>Lead Time for Changes</a:t>
                      </a:r>
                      <a:r>
                        <a:rPr lang="en-US" sz="900" baseline="30000">
                          <a:latin typeface="+mn-lt"/>
                        </a:rPr>
                        <a:t>2</a:t>
                      </a:r>
                      <a:endParaRPr lang="en-US" sz="9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3 days</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DCD482B6-EFE4-6DAF-FD27-2CEC5CBE8633}"/>
              </a:ext>
            </a:extLst>
          </p:cNvPr>
          <p:cNvSpPr txBox="1"/>
          <p:nvPr/>
        </p:nvSpPr>
        <p:spPr>
          <a:xfrm>
            <a:off x="4114799" y="5829767"/>
            <a:ext cx="4529205"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048125C7-3012-08F9-6F33-619654D0D267}"/>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(8 Eng, 2 Test, 1 EM, 2 PM, 1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13" name="Graphic 12" descr="Badge 1 with solid fill">
            <a:extLst>
              <a:ext uri="{FF2B5EF4-FFF2-40B4-BE49-F238E27FC236}">
                <a16:creationId xmlns:a16="http://schemas.microsoft.com/office/drawing/2014/main" id="{404416F2-6DFA-3724-57FF-FFF5291C86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1" name="Graphic 20" descr="Badge with solid fill">
            <a:extLst>
              <a:ext uri="{FF2B5EF4-FFF2-40B4-BE49-F238E27FC236}">
                <a16:creationId xmlns:a16="http://schemas.microsoft.com/office/drawing/2014/main" id="{15938CFD-AB17-86F2-0A19-4DD9D903C80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3" name="Graphic 22" descr="Badge 3 with solid fill">
            <a:extLst>
              <a:ext uri="{FF2B5EF4-FFF2-40B4-BE49-F238E27FC236}">
                <a16:creationId xmlns:a16="http://schemas.microsoft.com/office/drawing/2014/main" id="{F53AB4B4-0315-48C7-ED50-29524FBFBB3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1F30C8A4-1E2C-DA57-B7D0-B0AD702A826A}"/>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6B60F222-6451-ACC8-069E-107F837FFFA1}"/>
              </a:ext>
            </a:extLst>
          </p:cNvPr>
          <p:cNvGraphicFramePr>
            <a:graphicFrameLocks noGrp="1"/>
          </p:cNvGraphicFramePr>
          <p:nvPr>
            <p:extLst>
              <p:ext uri="{D42A27DB-BD31-4B8C-83A1-F6EECF244321}">
                <p14:modId xmlns:p14="http://schemas.microsoft.com/office/powerpoint/2010/main" val="968989054"/>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4B9AC79D-5EEB-1EFE-A429-4B51746713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158C1F37-CE0A-20F6-DB46-957579E3D8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0" name="Graphic 19" descr="Badge 3 with solid fill">
            <a:extLst>
              <a:ext uri="{FF2B5EF4-FFF2-40B4-BE49-F238E27FC236}">
                <a16:creationId xmlns:a16="http://schemas.microsoft.com/office/drawing/2014/main" id="{465A291B-1BAF-6723-5D37-7B8F54BA5D0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3" name="TextBox 6">
            <a:extLst>
              <a:ext uri="{FF2B5EF4-FFF2-40B4-BE49-F238E27FC236}">
                <a16:creationId xmlns:a16="http://schemas.microsoft.com/office/drawing/2014/main" id="{B4E35269-727E-BE67-AE3E-98D7730E498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9A0F7F00-8A3E-DDB0-DC5C-55B57C50B9D1}"/>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522494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4590A-5E86-59ED-61A0-8886517CFC35}"/>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C0AD919-81D2-CAA6-C85B-0ABD248ED538}"/>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8</a:t>
            </a:fld>
            <a:endParaRPr lang="en-US"/>
          </a:p>
        </p:txBody>
      </p:sp>
      <p:sp>
        <p:nvSpPr>
          <p:cNvPr id="5" name="Title 3">
            <a:extLst>
              <a:ext uri="{FF2B5EF4-FFF2-40B4-BE49-F238E27FC236}">
                <a16:creationId xmlns:a16="http://schemas.microsoft.com/office/drawing/2014/main" id="{9942CBEB-71AD-9426-2498-43CF1EC2AE12}"/>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Performance Management Scorecard </a:t>
            </a:r>
          </a:p>
        </p:txBody>
      </p:sp>
      <p:sp>
        <p:nvSpPr>
          <p:cNvPr id="9" name="Rectangle 8">
            <a:extLst>
              <a:ext uri="{FF2B5EF4-FFF2-40B4-BE49-F238E27FC236}">
                <a16:creationId xmlns:a16="http://schemas.microsoft.com/office/drawing/2014/main" id="{4540BE85-3032-68DE-8FBF-4BDDEF953E1E}"/>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87586EF3-BE9A-2F54-7429-8B12222FED66}"/>
              </a:ext>
            </a:extLst>
          </p:cNvPr>
          <p:cNvSpPr txBox="1"/>
          <p:nvPr/>
        </p:nvSpPr>
        <p:spPr>
          <a:xfrm>
            <a:off x="148608" y="6027569"/>
            <a:ext cx="4671333"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5686292D-CD2B-AB6F-9052-D19BF2DF3BD8}"/>
              </a:ext>
            </a:extLst>
          </p:cNvPr>
          <p:cNvGraphicFramePr>
            <a:graphicFrameLocks noGrp="1"/>
          </p:cNvGraphicFramePr>
          <p:nvPr>
            <p:extLst>
              <p:ext uri="{D42A27DB-BD31-4B8C-83A1-F6EECF244321}">
                <p14:modId xmlns:p14="http://schemas.microsoft.com/office/powerpoint/2010/main" val="1377423399"/>
              </p:ext>
            </p:extLst>
          </p:nvPr>
        </p:nvGraphicFramePr>
        <p:xfrm>
          <a:off x="4071385" y="884784"/>
          <a:ext cx="4463016" cy="4550548"/>
        </p:xfrm>
        <a:graphic>
          <a:graphicData uri="http://schemas.openxmlformats.org/drawingml/2006/table">
            <a:tbl>
              <a:tblPr firstRow="1" bandRow="1">
                <a:tableStyleId>{F5AB1C69-6EDB-4FF4-983F-18BD219EF322}</a:tableStyleId>
              </a:tblPr>
              <a:tblGrid>
                <a:gridCol w="1160384">
                  <a:extLst>
                    <a:ext uri="{9D8B030D-6E8A-4147-A177-3AD203B41FA5}">
                      <a16:colId xmlns:a16="http://schemas.microsoft.com/office/drawing/2014/main" val="20000"/>
                    </a:ext>
                  </a:extLst>
                </a:gridCol>
                <a:gridCol w="803343">
                  <a:extLst>
                    <a:ext uri="{9D8B030D-6E8A-4147-A177-3AD203B41FA5}">
                      <a16:colId xmlns:a16="http://schemas.microsoft.com/office/drawing/2014/main" val="294716103"/>
                    </a:ext>
                  </a:extLst>
                </a:gridCol>
                <a:gridCol w="803343">
                  <a:extLst>
                    <a:ext uri="{9D8B030D-6E8A-4147-A177-3AD203B41FA5}">
                      <a16:colId xmlns:a16="http://schemas.microsoft.com/office/drawing/2014/main" val="3159472975"/>
                    </a:ext>
                  </a:extLst>
                </a:gridCol>
                <a:gridCol w="892603">
                  <a:extLst>
                    <a:ext uri="{9D8B030D-6E8A-4147-A177-3AD203B41FA5}">
                      <a16:colId xmlns:a16="http://schemas.microsoft.com/office/drawing/2014/main" val="3557882156"/>
                    </a:ext>
                  </a:extLst>
                </a:gridCol>
                <a:gridCol w="803343">
                  <a:extLst>
                    <a:ext uri="{9D8B030D-6E8A-4147-A177-3AD203B41FA5}">
                      <a16:colId xmlns:a16="http://schemas.microsoft.com/office/drawing/2014/main" val="1089233158"/>
                    </a:ext>
                  </a:extLst>
                </a:gridCol>
              </a:tblGrid>
              <a:tr h="134779">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a:defRPr sz="900"/>
                      </a:pPr>
                      <a:r>
                        <a:t>February</a:t>
                      </a:r>
                    </a:p>
                  </a:txBody>
                  <a:tcPr marL="51435" marR="51435" marT="25718" marB="25718" anchor="ctr">
                    <a:solidFill>
                      <a:schemeClr val="tx1"/>
                    </a:solidFill>
                  </a:tcPr>
                </a:tc>
                <a:tc>
                  <a:txBody>
                    <a:bodyPr/>
                    <a:lstStyle/>
                    <a:p>
                      <a:pPr>
                        <a:defRPr sz="900"/>
                      </a:pPr>
                      <a:r>
                        <a:t>March</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15659">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91143">
                <a:tc>
                  <a:txBody>
                    <a:bodyPr/>
                    <a:lstStyle/>
                    <a:p>
                      <a:pPr>
                        <a:defRPr sz="1000"/>
                      </a:pPr>
                      <a:r>
                        <a:rPr lang="en-US" sz="900">
                          <a:latin typeface="+mn-lt"/>
                        </a:rPr>
                        <a:t>Sprint Predictability</a:t>
                      </a:r>
                    </a:p>
                  </a:txBody>
                  <a:tcPr marL="51435" marR="51435" marT="25718" marB="25718" anchor="ctr"/>
                </a:tc>
                <a:tc>
                  <a:txBody>
                    <a:bodyPr/>
                    <a:lstStyle/>
                    <a:p>
                      <a:pPr>
                        <a:defRPr sz="900"/>
                      </a:pPr>
                      <a:r>
                        <a:rPr sz="900"/>
                        <a:t>9750.0%</a:t>
                      </a:r>
                    </a:p>
                  </a:txBody>
                  <a:tcPr marL="51435" marR="51435" marT="25718" marB="25718" anchor="ctr"/>
                </a:tc>
                <a:tc>
                  <a:txBody>
                    <a:bodyPr/>
                    <a:lstStyle/>
                    <a:p>
                      <a:pPr>
                        <a:defRPr sz="900"/>
                      </a:pPr>
                      <a:r>
                        <a:rPr sz="900"/>
                        <a:t>9030.0%</a:t>
                      </a:r>
                    </a:p>
                  </a:txBody>
                  <a:tcPr marL="51435" marR="51435" marT="25718" marB="25718" anchor="ctr"/>
                </a:tc>
                <a:tc>
                  <a:txBody>
                    <a:bodyPr/>
                    <a:lstStyle/>
                    <a:p>
                      <a:pPr>
                        <a:defRPr sz="900">
                          <a:solidFill>
                            <a:srgbClr val="FF0000"/>
                          </a:solidFill>
                        </a:defRPr>
                      </a:pPr>
                      <a:r>
                        <a:rPr sz="900">
                          <a:solidFill>
                            <a:srgbClr val="FF0000"/>
                          </a:solidFill>
                        </a:rPr>
                        <a:t>↓720.0%</a:t>
                      </a: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182063">
                <a:tc>
                  <a:txBody>
                    <a:bodyPr/>
                    <a:lstStyle/>
                    <a:p>
                      <a:pPr>
                        <a:defRPr sz="1000"/>
                      </a:pPr>
                      <a:r>
                        <a:rPr lang="en-US" sz="900">
                          <a:latin typeface="+mn-lt"/>
                        </a:rPr>
                        <a:t>Cycle Time (days)</a:t>
                      </a:r>
                    </a:p>
                  </a:txBody>
                  <a:tcPr marL="51435" marR="51435" marT="25718" marB="25718" anchor="ctr"/>
                </a:tc>
                <a:tc>
                  <a:txBody>
                    <a:bodyPr/>
                    <a:lstStyle/>
                    <a:p>
                      <a:pPr>
                        <a:defRPr sz="900"/>
                      </a:pPr>
                      <a:r>
                        <a:rPr sz="900"/>
                        <a:t>4.99 days</a:t>
                      </a:r>
                    </a:p>
                  </a:txBody>
                  <a:tcPr marL="51435" marR="51435" marT="25718" marB="25718" anchor="ctr"/>
                </a:tc>
                <a:tc>
                  <a:txBody>
                    <a:bodyPr/>
                    <a:lstStyle/>
                    <a:p>
                      <a:pPr>
                        <a:defRPr sz="900"/>
                      </a:pPr>
                      <a:r>
                        <a:rPr sz="900"/>
                        <a:t>4.84 days</a:t>
                      </a:r>
                    </a:p>
                  </a:txBody>
                  <a:tcPr marL="51435" marR="51435" marT="25718" marB="25718" anchor="ctr"/>
                </a:tc>
                <a:tc>
                  <a:txBody>
                    <a:bodyPr/>
                    <a:lstStyle/>
                    <a:p>
                      <a:pPr>
                        <a:defRPr sz="900">
                          <a:solidFill>
                            <a:srgbClr val="008000"/>
                          </a:solidFill>
                        </a:defRPr>
                      </a:pPr>
                      <a:r>
                        <a:rPr sz="900">
                          <a:solidFill>
                            <a:srgbClr val="008000"/>
                          </a:solidFill>
                        </a:rPr>
                        <a:t>↓0.15 days</a:t>
                      </a: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109371">
                <a:tc>
                  <a:txBody>
                    <a:bodyPr/>
                    <a:lstStyle/>
                    <a:p>
                      <a:pPr>
                        <a:defRPr sz="1000"/>
                      </a:pPr>
                      <a:r>
                        <a:rPr lang="en-US" sz="900">
                          <a:latin typeface="+mn-lt"/>
                        </a:rPr>
                        <a:t>Unplanned Work %</a:t>
                      </a:r>
                    </a:p>
                  </a:txBody>
                  <a:tcPr marL="51435" marR="51435" marT="25718" marB="25718" anchor="ctr"/>
                </a:tc>
                <a:tc>
                  <a:txBody>
                    <a:bodyPr/>
                    <a:lstStyle/>
                    <a:p>
                      <a:pPr>
                        <a:defRPr sz="900"/>
                      </a:pPr>
                      <a:r>
                        <a:rPr sz="900"/>
                        <a:t>2100%</a:t>
                      </a:r>
                    </a:p>
                  </a:txBody>
                  <a:tcPr marL="51435" marR="51435" marT="25718" marB="25718" anchor="ctr"/>
                </a:tc>
                <a:tc>
                  <a:txBody>
                    <a:bodyPr/>
                    <a:lstStyle/>
                    <a:p>
                      <a:pPr>
                        <a:defRPr sz="900"/>
                      </a:pPr>
                      <a:r>
                        <a:rPr sz="900"/>
                        <a:t>3400%</a:t>
                      </a:r>
                    </a:p>
                  </a:txBody>
                  <a:tcPr marL="51435" marR="51435" marT="25718" marB="25718" anchor="ctr"/>
                </a:tc>
                <a:tc>
                  <a:txBody>
                    <a:bodyPr/>
                    <a:lstStyle/>
                    <a:p>
                      <a:pPr>
                        <a:defRPr sz="900">
                          <a:solidFill>
                            <a:srgbClr val="FF0000"/>
                          </a:solidFill>
                        </a:defRPr>
                      </a:pPr>
                      <a:r>
                        <a:rPr sz="900">
                          <a:solidFill>
                            <a:srgbClr val="FF0000"/>
                          </a:solidFill>
                        </a:rPr>
                        <a:t>↑1300%</a:t>
                      </a: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09371">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a:defRPr sz="900"/>
                      </a:pPr>
                      <a:r>
                        <a:rPr sz="900"/>
                        <a:t>0%</a:t>
                      </a:r>
                    </a:p>
                  </a:txBody>
                  <a:tcPr marL="51435" marR="51435" marT="25718" marB="25718" anchor="ctr"/>
                </a:tc>
                <a:tc>
                  <a:txBody>
                    <a:bodyPr/>
                    <a:lstStyle/>
                    <a:p>
                      <a:pPr>
                        <a:defRPr sz="900"/>
                      </a:pPr>
                      <a:r>
                        <a:rPr sz="900"/>
                        <a:t>0%</a:t>
                      </a:r>
                    </a:p>
                  </a:txBody>
                  <a:tcPr marL="51435" marR="51435" marT="25718" marB="25718" anchor="ctr"/>
                </a:tc>
                <a:tc>
                  <a:txBody>
                    <a:bodyPr/>
                    <a:lstStyle/>
                    <a:p>
                      <a:pPr>
                        <a:defRPr sz="900"/>
                      </a:pPr>
                      <a:r>
                        <a:rPr sz="900"/>
                        <a:t>0%</a:t>
                      </a: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09371">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91143">
                <a:tc>
                  <a:txBody>
                    <a:bodyPr/>
                    <a:lstStyle/>
                    <a:p>
                      <a:pPr>
                        <a:defRPr sz="1000"/>
                      </a:pPr>
                      <a:r>
                        <a:rPr lang="en-US" sz="900">
                          <a:latin typeface="+mn-lt"/>
                        </a:rPr>
                        <a:t>Sev 1/2/3 Incidents</a:t>
                      </a:r>
                    </a:p>
                  </a:txBody>
                  <a:tcPr marL="51435" marR="51435" marT="25718" marB="25718" anchor="ctr"/>
                </a:tc>
                <a:tc>
                  <a:txBody>
                    <a:bodyPr/>
                    <a:lstStyle/>
                    <a:p>
                      <a:pPr>
                        <a:defRPr sz="900"/>
                      </a:pPr>
                      <a:r>
                        <a:rPr sz="900"/>
                        <a:t>0/0/1</a:t>
                      </a:r>
                    </a:p>
                  </a:txBody>
                  <a:tcPr marL="51435" marR="51435" marT="25718" marB="25718" anchor="ctr"/>
                </a:tc>
                <a:tc>
                  <a:txBody>
                    <a:bodyPr/>
                    <a:lstStyle/>
                    <a:p>
                      <a:pPr>
                        <a:defRPr sz="900"/>
                      </a:pPr>
                      <a:r>
                        <a:rPr sz="900"/>
                        <a:t>0/0/0</a:t>
                      </a:r>
                    </a:p>
                  </a:txBody>
                  <a:tcPr marL="51435" marR="51435" marT="25718" marB="25718" anchor="ctr"/>
                </a:tc>
                <a:tc>
                  <a:txBody>
                    <a:bodyPr/>
                    <a:lstStyle/>
                    <a:p>
                      <a:pPr>
                        <a:defRPr sz="900"/>
                      </a:pPr>
                      <a:r>
                        <a:rPr sz="900"/>
                        <a:t>N/A</a:t>
                      </a: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09371">
                <a:tc>
                  <a:txBody>
                    <a:bodyPr/>
                    <a:lstStyle/>
                    <a:p>
                      <a:pPr>
                        <a:defRPr sz="1000"/>
                      </a:pPr>
                      <a:r>
                        <a:rPr lang="en-US" sz="900">
                          <a:latin typeface="+mn-lt"/>
                        </a:rPr>
                        <a:t>MTTR (Sev 1)</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09371">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354686">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a:defRPr sz="900"/>
                      </a:pPr>
                      <a:r>
                        <a:rPr sz="900"/>
                        <a:t>Assigned: 16</a:t>
                      </a:r>
                    </a:p>
                    <a:p>
                      <a:pPr>
                        <a:defRPr sz="900"/>
                      </a:pPr>
                      <a:r>
                        <a:rPr sz="900"/>
                        <a:t>Resolved: 5</a:t>
                      </a:r>
                    </a:p>
                  </a:txBody>
                  <a:tcPr marL="51435" marR="51435" marT="25718" marB="25718" anchor="ctr"/>
                </a:tc>
                <a:tc>
                  <a:txBody>
                    <a:bodyPr/>
                    <a:lstStyle/>
                    <a:p>
                      <a:pPr>
                        <a:defRPr sz="900"/>
                      </a:pPr>
                      <a:r>
                        <a:rPr sz="900"/>
                        <a:t>Assigned: 10</a:t>
                      </a:r>
                    </a:p>
                    <a:p>
                      <a:pPr>
                        <a:defRPr sz="900"/>
                      </a:pPr>
                      <a:r>
                        <a:rPr sz="900"/>
                        <a:t>Resolved: 17</a:t>
                      </a:r>
                    </a:p>
                  </a:txBody>
                  <a:tcPr marL="51435" marR="51435" marT="25718" marB="25718" anchor="ctr"/>
                </a:tc>
                <a:tc>
                  <a:txBody>
                    <a:bodyPr/>
                    <a:lstStyle/>
                    <a:p>
                      <a:pPr>
                        <a:defRPr sz="900"/>
                      </a:pPr>
                      <a:r>
                        <a:rPr sz="900"/>
                        <a:t>Assigned: ↓6</a:t>
                      </a:r>
                    </a:p>
                    <a:p>
                      <a:pPr>
                        <a:defRPr sz="900"/>
                      </a:pPr>
                      <a:r>
                        <a:rPr sz="900"/>
                        <a:t>Resolved: ↑12</a:t>
                      </a: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91143">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09371">
                <a:tc>
                  <a:txBody>
                    <a:bodyPr/>
                    <a:lstStyle/>
                    <a:p>
                      <a:pPr>
                        <a:defRPr sz="1000"/>
                      </a:pPr>
                      <a:r>
                        <a:rPr lang="en-US" sz="900">
                          <a:latin typeface="+mn-lt"/>
                        </a:rPr>
                        <a:t>Code Coverage %</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09371">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109371">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a:defRPr sz="900"/>
                      </a:pPr>
                      <a:r>
                        <a:rPr sz="900"/>
                        <a:t>0%</a:t>
                      </a:r>
                    </a:p>
                  </a:txBody>
                  <a:tcPr marL="51435" marR="51435" marT="25718" marB="25718" anchor="ctr"/>
                </a:tc>
                <a:tc>
                  <a:txBody>
                    <a:bodyPr/>
                    <a:lstStyle/>
                    <a:p>
                      <a:pPr>
                        <a:defRPr sz="900"/>
                      </a:pPr>
                      <a:r>
                        <a:rPr sz="900"/>
                        <a:t>10000%</a:t>
                      </a:r>
                    </a:p>
                  </a:txBody>
                  <a:tcPr marL="51435" marR="51435" marT="25718" marB="25718" anchor="ctr"/>
                </a:tc>
                <a:tc>
                  <a:txBody>
                    <a:bodyPr/>
                    <a:lstStyle/>
                    <a:p>
                      <a:pPr>
                        <a:defRPr sz="900">
                          <a:solidFill>
                            <a:srgbClr val="008000"/>
                          </a:solidFill>
                        </a:defRPr>
                      </a:pPr>
                      <a:r>
                        <a:rPr sz="900">
                          <a:solidFill>
                            <a:srgbClr val="008000"/>
                          </a:solidFill>
                        </a:rPr>
                        <a:t>↑10000%</a:t>
                      </a: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354686">
                <a:tc>
                  <a:txBody>
                    <a:bodyPr/>
                    <a:lstStyle/>
                    <a:p>
                      <a:pPr>
                        <a:defRPr sz="1000"/>
                      </a:pPr>
                      <a:r>
                        <a:rPr lang="en-US" sz="900">
                          <a:latin typeface="+mn-lt"/>
                        </a:rPr>
                        <a:t>Investment Allocations</a:t>
                      </a:r>
                    </a:p>
                  </a:txBody>
                  <a:tcPr marL="51435" marR="51435" marT="25718" marB="25718" anchor="ctr"/>
                </a:tc>
                <a:tc>
                  <a:txBody>
                    <a:bodyPr/>
                    <a:lstStyle/>
                    <a:p>
                      <a:pPr lvl="0">
                        <a:buNone/>
                      </a:pPr>
                      <a:r>
                        <a:rPr lang="pt-BR" sz="900" b="0" i="0" u="none" strike="noStrike" noProof="0">
                          <a:solidFill>
                            <a:srgbClr val="323D48"/>
                          </a:solidFill>
                          <a:latin typeface="+mn-lt"/>
                        </a:rPr>
                        <a:t>R: 39%</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T: 4%</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M: 57%</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O: 0%</a:t>
                      </a:r>
                      <a:endParaRPr lang="pt-BR">
                        <a:latin typeface="+mn-lt"/>
                      </a:endParaRPr>
                    </a:p>
                  </a:txBody>
                  <a:tcPr marL="51435" marR="51435" marT="25718" marB="25718" anchor="ctr"/>
                </a:tc>
                <a:tc>
                  <a:txBody>
                    <a:bodyPr/>
                    <a:lstStyle/>
                    <a:p>
                      <a:pPr lvl="0">
                        <a:buNone/>
                      </a:pPr>
                      <a:r>
                        <a:rPr lang="pt-BR" sz="900" b="0" i="0" u="none" strike="noStrike" noProof="0">
                          <a:solidFill>
                            <a:srgbClr val="323D48"/>
                          </a:solidFill>
                          <a:latin typeface="Sofia Pro Medium"/>
                        </a:rPr>
                        <a:t>R: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T: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M: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O:</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a:t>
                      </a:r>
                      <a:endParaRPr lang="en-US" sz="900" b="0" i="0" u="none" strike="noStrike" noProof="0">
                        <a:solidFill>
                          <a:srgbClr val="FF0000"/>
                        </a:solidFill>
                        <a:latin typeface="Sofia Pro Medium"/>
                      </a:endParaRPr>
                    </a:p>
                    <a:p>
                      <a:pPr lvl="0" defTabSz="914400">
                        <a:buNone/>
                        <a:tabLst/>
                        <a:defRPr sz="1000"/>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91143">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91143">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47E38874-1C0D-6656-4C61-5D80799D60B7}"/>
              </a:ext>
            </a:extLst>
          </p:cNvPr>
          <p:cNvSpPr txBox="1"/>
          <p:nvPr/>
        </p:nvSpPr>
        <p:spPr>
          <a:xfrm>
            <a:off x="4071385" y="5492252"/>
            <a:ext cx="4669491"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88040E6D-79BA-23AD-1340-248E7E80988B}"/>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67640" indent="-167640" defTabSz="839529">
              <a:spcBef>
                <a:spcPts val="184"/>
              </a:spcBef>
              <a:spcAft>
                <a:spcPts val="184"/>
              </a:spcAft>
              <a:buFont typeface="Wingdings" panose="05000000000000000000" pitchFamily="2" charset="2"/>
              <a:buChar char="§"/>
              <a:defRPr/>
            </a:pPr>
            <a:r>
              <a:rPr lang="en-US" sz="1050" b="1">
                <a:cs typeface="Calibri"/>
              </a:rPr>
              <a:t>Team Resources: </a:t>
            </a:r>
            <a:r>
              <a:rPr lang="en-US" sz="1050">
                <a:cs typeface="Calibri"/>
              </a:rPr>
              <a:t>1 Team (5 Eng &amp; 1 Test, 1 PM, 1 EM, 1 UX)</a:t>
            </a:r>
          </a:p>
          <a:p>
            <a:pPr marL="167640" indent="-167640" defTabSz="839529">
              <a:spcBef>
                <a:spcPts val="184"/>
              </a:spcBef>
              <a:spcAft>
                <a:spcPts val="184"/>
              </a:spcAft>
              <a:buFont typeface="Wingdings" panose="05000000000000000000" pitchFamily="2" charset="2"/>
              <a:buChar char="§"/>
              <a:defRPr/>
            </a:pPr>
            <a:r>
              <a:rPr lang="en-US" sz="1050" b="1">
                <a:cs typeface="Calibri"/>
              </a:rPr>
              <a:t>Team Geography:</a:t>
            </a:r>
            <a:r>
              <a:rPr lang="en-US" sz="1050">
                <a:cs typeface="Calibri"/>
              </a:rPr>
              <a:t> US</a:t>
            </a:r>
            <a:endParaRPr lang="en-US" sz="1050">
              <a:ea typeface="Calibri"/>
              <a:cs typeface="Calibri" panose="020F0502020204030204" pitchFamily="34" charset="0"/>
            </a:endParaRPr>
          </a:p>
        </p:txBody>
      </p:sp>
      <p:pic>
        <p:nvPicPr>
          <p:cNvPr id="11" name="Graphic 10" descr="Badge 1 with solid fill">
            <a:extLst>
              <a:ext uri="{FF2B5EF4-FFF2-40B4-BE49-F238E27FC236}">
                <a16:creationId xmlns:a16="http://schemas.microsoft.com/office/drawing/2014/main" id="{4EA742F6-B544-4CBF-FC1C-2AC0F38BAB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17" name="Graphic 16" descr="Badge with solid fill">
            <a:extLst>
              <a:ext uri="{FF2B5EF4-FFF2-40B4-BE49-F238E27FC236}">
                <a16:creationId xmlns:a16="http://schemas.microsoft.com/office/drawing/2014/main" id="{5A886540-632C-9A0D-14C3-833D73B953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1" name="Graphic 20" descr="Badge 3 with solid fill">
            <a:extLst>
              <a:ext uri="{FF2B5EF4-FFF2-40B4-BE49-F238E27FC236}">
                <a16:creationId xmlns:a16="http://schemas.microsoft.com/office/drawing/2014/main" id="{8162D0E8-C980-EE2A-ADB5-D3E77000AC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E1D52985-BA20-4361-A278-8A198CCBBC3A}"/>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900" b="1"/>
            </a:pPr>
            <a:r>
              <a:rPr sz="900" b="1"/>
              <a:t>Quality/Code Coverage:</a:t>
            </a:r>
            <a:r>
              <a:rPr sz="900" b="0"/>
              <a:t> Drive increased code coverage with PR/Code Review checklist and unit test verification as pre-requisites for PR approvals. → Targeting to increase Journal code coverage by 10%.  By increasing code coverage this will help reduce risk of MIN and help return to 0 MINs.</a:t>
            </a:r>
          </a:p>
          <a:p>
            <a:pPr>
              <a:defRPr sz="900"/>
            </a:pPr>
          </a:p>
          <a:p>
            <a:pPr>
              <a:defRPr sz="900" b="1"/>
            </a:pPr>
            <a:r>
              <a:rPr sz="900" b="1"/>
              <a:t>PDR Bugs:</a:t>
            </a:r>
            <a:r>
              <a:rPr sz="900" b="0"/>
              <a:t> After going through the busiest Review cycle of the year, we saw increase in PDR's reported, we plan to prioritize additional PDR work into upcoming sprints. →  Targeting to reduce overall PDRs by 30 by the end of April.</a:t>
            </a:r>
          </a:p>
        </p:txBody>
      </p:sp>
      <p:graphicFrame>
        <p:nvGraphicFramePr>
          <p:cNvPr id="6" name="Table 5">
            <a:extLst>
              <a:ext uri="{FF2B5EF4-FFF2-40B4-BE49-F238E27FC236}">
                <a16:creationId xmlns:a16="http://schemas.microsoft.com/office/drawing/2014/main" id="{F4445CF7-111D-8461-AFBE-63B80AE31B04}"/>
              </a:ext>
            </a:extLst>
          </p:cNvPr>
          <p:cNvGraphicFramePr>
            <a:graphicFrameLocks noGrp="1"/>
          </p:cNvGraphicFramePr>
          <p:nvPr>
            <p:extLst>
              <p:ext uri="{D42A27DB-BD31-4B8C-83A1-F6EECF244321}">
                <p14:modId xmlns:p14="http://schemas.microsoft.com/office/powerpoint/2010/main" val="46221557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2" name="Graphic 11" descr="Badge 1 with solid fill">
            <a:extLst>
              <a:ext uri="{FF2B5EF4-FFF2-40B4-BE49-F238E27FC236}">
                <a16:creationId xmlns:a16="http://schemas.microsoft.com/office/drawing/2014/main" id="{05CF75BB-1007-7EE8-0289-58CA8C566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9" name="Graphic 18" descr="Badge with solid fill">
            <a:extLst>
              <a:ext uri="{FF2B5EF4-FFF2-40B4-BE49-F238E27FC236}">
                <a16:creationId xmlns:a16="http://schemas.microsoft.com/office/drawing/2014/main" id="{568E44E9-4104-E65F-35E8-7CE69A19AF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2" name="Graphic 21" descr="Badge 3 with solid fill">
            <a:extLst>
              <a:ext uri="{FF2B5EF4-FFF2-40B4-BE49-F238E27FC236}">
                <a16:creationId xmlns:a16="http://schemas.microsoft.com/office/drawing/2014/main" id="{D7C01BAE-A503-2641-2828-1E1FB0F447B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3" name="TextBox 6">
            <a:extLst>
              <a:ext uri="{FF2B5EF4-FFF2-40B4-BE49-F238E27FC236}">
                <a16:creationId xmlns:a16="http://schemas.microsoft.com/office/drawing/2014/main" id="{EC5C12E5-D14D-1688-1E06-36DB27BA40CB}"/>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3C0634D2-0836-3E3D-7C36-B8DCF06D6211}"/>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288925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01D4-4E88-93F6-424F-B4D13ECC9392}"/>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0F50F10-8860-5D75-C3D9-ACED48D932F8}"/>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9</a:t>
            </a:fld>
            <a:endParaRPr lang="en-US"/>
          </a:p>
        </p:txBody>
      </p:sp>
      <p:sp>
        <p:nvSpPr>
          <p:cNvPr id="5" name="Title 3">
            <a:extLst>
              <a:ext uri="{FF2B5EF4-FFF2-40B4-BE49-F238E27FC236}">
                <a16:creationId xmlns:a16="http://schemas.microsoft.com/office/drawing/2014/main" id="{552AE83A-2910-EFA2-0F8E-E432B3035A76}"/>
              </a:ext>
            </a:extLst>
          </p:cNvPr>
          <p:cNvSpPr txBox="1">
            <a:spLocks/>
          </p:cNvSpPr>
          <p:nvPr/>
        </p:nvSpPr>
        <p:spPr>
          <a:xfrm>
            <a:off x="308804" y="256937"/>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Recognition &amp; Rewards Scorecard </a:t>
            </a:r>
          </a:p>
        </p:txBody>
      </p:sp>
      <p:sp>
        <p:nvSpPr>
          <p:cNvPr id="9" name="Rectangle 8">
            <a:extLst>
              <a:ext uri="{FF2B5EF4-FFF2-40B4-BE49-F238E27FC236}">
                <a16:creationId xmlns:a16="http://schemas.microsoft.com/office/drawing/2014/main" id="{F0600C03-659A-1A2F-303A-5F4B4C9E3C4F}"/>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EBD5637D-DAB4-0EB7-3B18-43C42F220986}"/>
              </a:ext>
            </a:extLst>
          </p:cNvPr>
          <p:cNvSpPr txBox="1"/>
          <p:nvPr/>
        </p:nvSpPr>
        <p:spPr>
          <a:xfrm>
            <a:off x="647" y="6145938"/>
            <a:ext cx="4530770"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64BBEAE7-157C-0DC0-F00E-64FD5C61BA6B}"/>
              </a:ext>
            </a:extLst>
          </p:cNvPr>
          <p:cNvSpPr txBox="1"/>
          <p:nvPr/>
        </p:nvSpPr>
        <p:spPr>
          <a:xfrm>
            <a:off x="4171558" y="5568283"/>
            <a:ext cx="484442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 name="Table 1">
            <a:extLst>
              <a:ext uri="{FF2B5EF4-FFF2-40B4-BE49-F238E27FC236}">
                <a16:creationId xmlns:a16="http://schemas.microsoft.com/office/drawing/2014/main" id="{CC22FC4F-C3C1-C843-29B0-0D754B0651D3}"/>
              </a:ext>
            </a:extLst>
          </p:cNvPr>
          <p:cNvGraphicFramePr>
            <a:graphicFrameLocks noGrp="1"/>
          </p:cNvGraphicFramePr>
          <p:nvPr>
            <p:extLst>
              <p:ext uri="{D42A27DB-BD31-4B8C-83A1-F6EECF244321}">
                <p14:modId xmlns:p14="http://schemas.microsoft.com/office/powerpoint/2010/main" val="3938009170"/>
              </p:ext>
            </p:extLst>
          </p:nvPr>
        </p:nvGraphicFramePr>
        <p:xfrm>
          <a:off x="4136979" y="874218"/>
          <a:ext cx="4407067" cy="4646312"/>
        </p:xfrm>
        <a:graphic>
          <a:graphicData uri="http://schemas.openxmlformats.org/drawingml/2006/table">
            <a:tbl>
              <a:tblPr firstRow="1" bandRow="1">
                <a:tableStyleId>{F5AB1C69-6EDB-4FF4-983F-18BD219EF322}</a:tableStyleId>
              </a:tblPr>
              <a:tblGrid>
                <a:gridCol w="1101767">
                  <a:extLst>
                    <a:ext uri="{9D8B030D-6E8A-4147-A177-3AD203B41FA5}">
                      <a16:colId xmlns:a16="http://schemas.microsoft.com/office/drawing/2014/main" val="20000"/>
                    </a:ext>
                  </a:extLst>
                </a:gridCol>
                <a:gridCol w="734511">
                  <a:extLst>
                    <a:ext uri="{9D8B030D-6E8A-4147-A177-3AD203B41FA5}">
                      <a16:colId xmlns:a16="http://schemas.microsoft.com/office/drawing/2014/main" val="294716103"/>
                    </a:ext>
                  </a:extLst>
                </a:gridCol>
                <a:gridCol w="734511">
                  <a:extLst>
                    <a:ext uri="{9D8B030D-6E8A-4147-A177-3AD203B41FA5}">
                      <a16:colId xmlns:a16="http://schemas.microsoft.com/office/drawing/2014/main" val="32824476"/>
                    </a:ext>
                  </a:extLst>
                </a:gridCol>
                <a:gridCol w="918139">
                  <a:extLst>
                    <a:ext uri="{9D8B030D-6E8A-4147-A177-3AD203B41FA5}">
                      <a16:colId xmlns:a16="http://schemas.microsoft.com/office/drawing/2014/main" val="3557882156"/>
                    </a:ext>
                  </a:extLst>
                </a:gridCol>
                <a:gridCol w="918139">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MoM ∆</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latin typeface="+mn-lt"/>
                        </a:rPr>
                        <a:t>Sprint Predictability</a:t>
                      </a:r>
                      <a:endParaRPr sz="9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75.3%</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lvl="0" algn="l">
                        <a:lnSpc>
                          <a:spcPct val="100000"/>
                        </a:lnSpc>
                        <a:spcBef>
                          <a:spcPts val="0"/>
                        </a:spcBef>
                        <a:spcAft>
                          <a:spcPts val="0"/>
                        </a:spcAft>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4.77</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sz="900">
                          <a:latin typeface="+mn-lt"/>
                        </a:rPr>
                        <a:t>Unplanned Work %</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25%</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0</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endParaRPr sz="900" b="1">
                        <a:solidFill>
                          <a:schemeClr val="bg1"/>
                        </a:solidFill>
                        <a:latin typeface="+mn-lt"/>
                      </a:endParaRP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0</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0</a:t>
                      </a:r>
                      <a:endParaRPr lang="en-US" sz="900" b="0" i="0" u="none" strike="noStrike" noProof="0">
                        <a:solidFill>
                          <a:srgbClr val="323D48"/>
                        </a:solidFill>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Resolved: </a:t>
                      </a:r>
                      <a:endParaRPr lang="en-US"/>
                    </a:p>
                  </a:txBody>
                  <a:tcPr marL="51435" marR="51435" marT="25717" marB="25717"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kern="1200" noProof="0">
                        <a:solidFill>
                          <a:schemeClr val="accent6"/>
                        </a:solidFill>
                        <a:latin typeface="+mn-lt"/>
                        <a:ea typeface="+mn-ea"/>
                        <a:cs typeface="+mn-cs"/>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 </a:t>
                      </a:r>
                      <a:endParaRPr lang="en-US" sz="900" b="0" i="0" u="none" strike="noStrike" kern="1200" noProof="0">
                        <a:solidFill>
                          <a:srgbClr val="FF0000"/>
                        </a:solidFill>
                        <a:latin typeface="+mn-lt"/>
                        <a:ea typeface="+mn-ea"/>
                        <a:cs typeface="+mn-cs"/>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endParaRPr sz="900">
                        <a:latin typeface="+mn-lt"/>
                      </a:endParaRPr>
                    </a:p>
                  </a:txBody>
                  <a:tcPr marL="51435" marR="51435" marT="25718" marB="25718" anchor="ctr"/>
                </a:tc>
                <a:tc>
                  <a:txBody>
                    <a:bodyPr/>
                    <a:lstStyle/>
                    <a:p>
                      <a:pPr lvl="0">
                        <a:buNone/>
                      </a:pPr>
                      <a:endParaRPr sz="900" b="0" i="0" u="none" strike="noStrike" noProof="0">
                        <a:solidFill>
                          <a:srgbClr val="000000"/>
                        </a:solidFill>
                        <a:latin typeface="+mn-lt"/>
                      </a:endParaRPr>
                    </a:p>
                  </a:txBody>
                  <a:tcPr marL="51435" marR="51435" marT="25718" marB="25718" anchor="ctr"/>
                </a:tc>
                <a:tc>
                  <a:txBody>
                    <a:bodyPr/>
                    <a:lstStyle/>
                    <a:p>
                      <a:pPr lvl="0">
                        <a:buNone/>
                      </a:pPr>
                      <a:endParaRPr sz="900">
                        <a:latin typeface="+mn-lt"/>
                      </a:endParaRPr>
                    </a:p>
                  </a:txBody>
                  <a:tcPr marL="51435" marR="51435" marT="25718" marB="25718" anchor="ctr"/>
                </a:tc>
                <a:tc>
                  <a:txBody>
                    <a:bodyPr/>
                    <a:lstStyle/>
                    <a:p>
                      <a:pPr>
                        <a:defRPr sz="1000"/>
                      </a:pPr>
                      <a:endParaRPr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25%</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26%</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5%</a:t>
                      </a:r>
                      <a:endParaRPr lang="pt-BR"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69%</a:t>
                      </a:r>
                      <a:endParaRPr lang="pt-BR"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sz="900">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pt-BR"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pt-BR"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1x</a:t>
                      </a:r>
                      <a:endParaRPr lang="en-US" sz="900">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lvl="0">
                        <a:buNone/>
                        <a:defRPr sz="1000"/>
                      </a:pPr>
                      <a:endParaRPr lang="en-US" sz="900" b="0" i="0" u="none" strike="noStrike" noProof="0">
                        <a:solidFill>
                          <a:srgbClr val="323D48"/>
                        </a:solidFill>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1" name="TextBox 10">
            <a:extLst>
              <a:ext uri="{FF2B5EF4-FFF2-40B4-BE49-F238E27FC236}">
                <a16:creationId xmlns:a16="http://schemas.microsoft.com/office/drawing/2014/main" id="{9D449E0F-B6BB-CAD9-0667-C1EF0B99C89E}"/>
              </a:ext>
            </a:extLst>
          </p:cNvPr>
          <p:cNvSpPr txBox="1"/>
          <p:nvPr/>
        </p:nvSpPr>
        <p:spPr>
          <a:xfrm>
            <a:off x="9169879" y="5252107"/>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(5 Eng, 1 Test, 1 PM, 1 EM, 1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 ~ 89% ) MX (1 ~11%)</a:t>
            </a:r>
          </a:p>
        </p:txBody>
      </p:sp>
      <p:pic>
        <p:nvPicPr>
          <p:cNvPr id="13" name="Graphic 12" descr="Badge 1 with solid fill">
            <a:extLst>
              <a:ext uri="{FF2B5EF4-FFF2-40B4-BE49-F238E27FC236}">
                <a16:creationId xmlns:a16="http://schemas.microsoft.com/office/drawing/2014/main" id="{0E854159-FCEC-5778-68E0-145F7EA0C0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19" name="Graphic 18" descr="Badge with solid fill">
            <a:extLst>
              <a:ext uri="{FF2B5EF4-FFF2-40B4-BE49-F238E27FC236}">
                <a16:creationId xmlns:a16="http://schemas.microsoft.com/office/drawing/2014/main" id="{AA1A9052-B7CA-DAC0-1A3D-413E860990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3" name="Graphic 22" descr="Badge 3 with solid fill">
            <a:extLst>
              <a:ext uri="{FF2B5EF4-FFF2-40B4-BE49-F238E27FC236}">
                <a16:creationId xmlns:a16="http://schemas.microsoft.com/office/drawing/2014/main" id="{6D71DEE9-A720-C8AA-8550-2427E3A59E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A161C151-9130-EAF5-DD08-1024E61FED06}"/>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7" name="Table 6">
            <a:extLst>
              <a:ext uri="{FF2B5EF4-FFF2-40B4-BE49-F238E27FC236}">
                <a16:creationId xmlns:a16="http://schemas.microsoft.com/office/drawing/2014/main" id="{AC28A460-AC8A-8EAC-BF91-1BA785514EA6}"/>
              </a:ext>
            </a:extLst>
          </p:cNvPr>
          <p:cNvGraphicFramePr>
            <a:graphicFrameLocks noGrp="1"/>
          </p:cNvGraphicFramePr>
          <p:nvPr>
            <p:extLst>
              <p:ext uri="{D42A27DB-BD31-4B8C-83A1-F6EECF244321}">
                <p14:modId xmlns:p14="http://schemas.microsoft.com/office/powerpoint/2010/main" val="733271439"/>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4A7403E0-C631-0CA3-AFE7-A482B34229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7" name="Graphic 16" descr="Badge with solid fill">
            <a:extLst>
              <a:ext uri="{FF2B5EF4-FFF2-40B4-BE49-F238E27FC236}">
                <a16:creationId xmlns:a16="http://schemas.microsoft.com/office/drawing/2014/main" id="{85B0EB10-4B06-6B5C-349D-A2AAF7E5DF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1" name="Graphic 20" descr="Badge 3 with solid fill">
            <a:extLst>
              <a:ext uri="{FF2B5EF4-FFF2-40B4-BE49-F238E27FC236}">
                <a16:creationId xmlns:a16="http://schemas.microsoft.com/office/drawing/2014/main" id="{3BCB9A8B-3B43-4B8E-44BC-9E1338A9BAC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A67DC31C-E9F5-07C1-C344-09CC7B97432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3" name="Rectangle 2">
            <a:extLst>
              <a:ext uri="{FF2B5EF4-FFF2-40B4-BE49-F238E27FC236}">
                <a16:creationId xmlns:a16="http://schemas.microsoft.com/office/drawing/2014/main" id="{5AB32171-A2CB-9CC0-9C41-256DDD5D838C}"/>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837819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18223-2F83-735A-9681-F8972AFEE6A7}"/>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404C037-544C-EF74-2628-8C17A11DBACB}"/>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10</a:t>
            </a:fld>
            <a:endParaRPr lang="en-US"/>
          </a:p>
        </p:txBody>
      </p:sp>
      <p:sp>
        <p:nvSpPr>
          <p:cNvPr id="5" name="Title 3">
            <a:extLst>
              <a:ext uri="{FF2B5EF4-FFF2-40B4-BE49-F238E27FC236}">
                <a16:creationId xmlns:a16="http://schemas.microsoft.com/office/drawing/2014/main" id="{25266440-AAC4-B257-DB8D-5CCF4F6C41E8}"/>
              </a:ext>
            </a:extLst>
          </p:cNvPr>
          <p:cNvSpPr txBox="1">
            <a:spLocks/>
          </p:cNvSpPr>
          <p:nvPr/>
        </p:nvSpPr>
        <p:spPr>
          <a:xfrm>
            <a:off x="208044"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Recruiting Scorecard </a:t>
            </a:r>
          </a:p>
        </p:txBody>
      </p:sp>
      <p:sp>
        <p:nvSpPr>
          <p:cNvPr id="9" name="Rectangle 8">
            <a:extLst>
              <a:ext uri="{FF2B5EF4-FFF2-40B4-BE49-F238E27FC236}">
                <a16:creationId xmlns:a16="http://schemas.microsoft.com/office/drawing/2014/main" id="{88536ED8-44D2-B2E5-1117-277C1B6664F8}"/>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88789ECB-C9FC-580A-86B2-3B2642A44A8D}"/>
              </a:ext>
            </a:extLst>
          </p:cNvPr>
          <p:cNvSpPr txBox="1"/>
          <p:nvPr/>
        </p:nvSpPr>
        <p:spPr>
          <a:xfrm>
            <a:off x="2720" y="6112457"/>
            <a:ext cx="4846813"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C7511492-F24D-EC9D-6508-1DB41E33ADB6}"/>
              </a:ext>
            </a:extLst>
          </p:cNvPr>
          <p:cNvGraphicFramePr>
            <a:graphicFrameLocks noGrp="1"/>
          </p:cNvGraphicFramePr>
          <p:nvPr>
            <p:extLst>
              <p:ext uri="{D42A27DB-BD31-4B8C-83A1-F6EECF244321}">
                <p14:modId xmlns:p14="http://schemas.microsoft.com/office/powerpoint/2010/main" val="1745791009"/>
              </p:ext>
            </p:extLst>
          </p:nvPr>
        </p:nvGraphicFramePr>
        <p:xfrm>
          <a:off x="4068972" y="875741"/>
          <a:ext cx="4330942" cy="4708490"/>
        </p:xfrm>
        <a:graphic>
          <a:graphicData uri="http://schemas.openxmlformats.org/drawingml/2006/table">
            <a:tbl>
              <a:tblPr firstRow="1" bandRow="1">
                <a:tableStyleId>{F5AB1C69-6EDB-4FF4-983F-18BD219EF322}</a:tableStyleId>
              </a:tblPr>
              <a:tblGrid>
                <a:gridCol w="1161147">
                  <a:extLst>
                    <a:ext uri="{9D8B030D-6E8A-4147-A177-3AD203B41FA5}">
                      <a16:colId xmlns:a16="http://schemas.microsoft.com/office/drawing/2014/main" val="20000"/>
                    </a:ext>
                  </a:extLst>
                </a:gridCol>
                <a:gridCol w="750741">
                  <a:extLst>
                    <a:ext uri="{9D8B030D-6E8A-4147-A177-3AD203B41FA5}">
                      <a16:colId xmlns:a16="http://schemas.microsoft.com/office/drawing/2014/main" val="294716103"/>
                    </a:ext>
                  </a:extLst>
                </a:gridCol>
                <a:gridCol w="750741">
                  <a:extLst>
                    <a:ext uri="{9D8B030D-6E8A-4147-A177-3AD203B41FA5}">
                      <a16:colId xmlns:a16="http://schemas.microsoft.com/office/drawing/2014/main" val="4227189271"/>
                    </a:ext>
                  </a:extLst>
                </a:gridCol>
                <a:gridCol w="861962">
                  <a:extLst>
                    <a:ext uri="{9D8B030D-6E8A-4147-A177-3AD203B41FA5}">
                      <a16:colId xmlns:a16="http://schemas.microsoft.com/office/drawing/2014/main" val="3557882156"/>
                    </a:ext>
                  </a:extLst>
                </a:gridCol>
                <a:gridCol w="806351">
                  <a:extLst>
                    <a:ext uri="{9D8B030D-6E8A-4147-A177-3AD203B41FA5}">
                      <a16:colId xmlns:a16="http://schemas.microsoft.com/office/drawing/2014/main" val="1089233158"/>
                    </a:ext>
                  </a:extLst>
                </a:gridCol>
              </a:tblGrid>
              <a:tr h="24209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February</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130484">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225381">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90.2% </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pt-BR" sz="900" b="0" i="0" u="none" strike="noStrike" noProof="0">
                        <a:solidFill>
                          <a:schemeClr val="accent6"/>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130484">
                <a:tc>
                  <a:txBody>
                    <a:bodyPr/>
                    <a:lstStyle/>
                    <a:p>
                      <a:pPr>
                        <a:defRPr sz="1000"/>
                      </a:pPr>
                      <a:r>
                        <a:rPr lang="en-US" sz="900">
                          <a:latin typeface="+mn-lt"/>
                        </a:rPr>
                        <a:t>Cycle Time (days)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2.94</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225381">
                <a:tc>
                  <a:txBody>
                    <a:bodyPr/>
                    <a:lstStyle/>
                    <a:p>
                      <a:pPr>
                        <a:defRPr sz="1000"/>
                      </a:pPr>
                      <a:r>
                        <a:rPr lang="en-US" sz="900">
                          <a:latin typeface="+mn-lt"/>
                        </a:rPr>
                        <a:t>Unplanned Work %</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13%</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30484">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30484">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225381">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FF0000"/>
                        </a:solidFill>
                        <a:latin typeface="Sofia Pro Medium"/>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30484">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30484">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415174">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Created: 12</a:t>
                      </a:r>
                    </a:p>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Resolved: 7</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Created: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a:t>
                      </a:r>
                      <a:endParaRPr lang="en-US" sz="900" b="0" i="0" u="none" strike="noStrike" noProof="0">
                        <a:solidFill>
                          <a:srgbClr val="323D48"/>
                        </a:solidFill>
                        <a:latin typeface="Sofia Pro Medium"/>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Created: </a:t>
                      </a:r>
                      <a:endParaRPr lang="en-US"/>
                    </a:p>
                    <a:p>
                      <a:pPr marL="0" marR="0" lvl="0" indent="0" algn="l">
                        <a:lnSpc>
                          <a:spcPct val="100000"/>
                        </a:lnSpc>
                        <a:spcBef>
                          <a:spcPts val="0"/>
                        </a:spcBef>
                        <a:spcAft>
                          <a:spcPts val="0"/>
                        </a:spcAft>
                        <a:buClrTx/>
                        <a:buSzTx/>
                        <a:buFontTx/>
                        <a:buNone/>
                      </a:pPr>
                      <a:r>
                        <a:rPr lang="en-US" sz="900">
                          <a:latin typeface="+mn-lt"/>
                        </a:rPr>
                        <a:t>Resolved: </a:t>
                      </a:r>
                      <a:endParaRPr lang="en-US" sz="900" b="0" i="0" u="none" strike="noStrike" noProof="0">
                        <a:solidFill>
                          <a:srgbClr val="FF0000"/>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225381">
                <a:tc>
                  <a:txBody>
                    <a:bodyPr/>
                    <a:lstStyle/>
                    <a:p>
                      <a:pPr>
                        <a:defRPr sz="1000"/>
                      </a:pPr>
                      <a:r>
                        <a:rPr lang="en-US" sz="900">
                          <a:latin typeface="+mn-lt"/>
                        </a:rPr>
                        <a:t>Change Failure Rate</a:t>
                      </a:r>
                      <a:r>
                        <a:rPr lang="en-US" sz="900" baseline="30000">
                          <a:latin typeface="+mn-lt"/>
                        </a:rPr>
                        <a:t>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30484">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30484">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130484">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33%</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415174">
                <a:tc>
                  <a:txBody>
                    <a:bodyPr/>
                    <a:lstStyle/>
                    <a:p>
                      <a:pPr>
                        <a:defRPr sz="1000"/>
                      </a:pPr>
                      <a:r>
                        <a:rPr lang="en-US" sz="900">
                          <a:latin typeface="+mn-lt"/>
                        </a:rPr>
                        <a:t>Investment Allocations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R: 62%​</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T: 20%​</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M: 18%​</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O: 0%</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r>
                        <a:rPr lang="pt-BR" sz="900">
                          <a:latin typeface="+mn-lt"/>
                        </a:rPr>
                        <a:t>R</a:t>
                      </a:r>
                      <a:r>
                        <a:rPr lang="pt-BR" sz="900">
                          <a:solidFill>
                            <a:schemeClr val="tx1"/>
                          </a:solidFill>
                          <a:latin typeface="+mn-lt"/>
                        </a:rPr>
                        <a:t>: </a:t>
                      </a:r>
                      <a:endParaRPr lang="en-US" sz="900" b="0" i="0" u="none" strike="noStrike" noProof="0">
                        <a:solidFill>
                          <a:schemeClr val="tx1"/>
                        </a:solidFill>
                        <a:latin typeface="Sofia Pro Medium"/>
                      </a:endParaRPr>
                    </a:p>
                    <a:p>
                      <a:r>
                        <a:rPr lang="pt-BR" sz="900">
                          <a:solidFill>
                            <a:schemeClr val="tx1"/>
                          </a:solidFill>
                          <a:latin typeface="+mn-lt"/>
                        </a:rPr>
                        <a:t>T: </a:t>
                      </a:r>
                      <a:endParaRPr lang="en-US" sz="900" b="0" i="0" u="none" strike="noStrike" noProof="0">
                        <a:solidFill>
                          <a:schemeClr val="tx1"/>
                        </a:solidFill>
                        <a:latin typeface="Sofia Pro Medium"/>
                      </a:endParaRPr>
                    </a:p>
                    <a:p>
                      <a:r>
                        <a:rPr lang="pt-BR" sz="900">
                          <a:solidFill>
                            <a:schemeClr val="tx1"/>
                          </a:solidFill>
                          <a:latin typeface="+mn-lt"/>
                        </a:rPr>
                        <a:t>M: </a:t>
                      </a:r>
                      <a:endParaRPr lang="en-US" sz="900" b="0" i="0" u="none" strike="noStrike" noProof="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pt-BR" sz="900">
                          <a:solidFill>
                            <a:schemeClr val="tx1"/>
                          </a:solidFill>
                          <a:latin typeface="+mn-lt"/>
                        </a:rPr>
                        <a:t>O:</a:t>
                      </a:r>
                      <a:endParaRPr lang="en-US" sz="900">
                        <a:latin typeface="+mn-lt"/>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225381">
                <a:tc>
                  <a:txBody>
                    <a:bodyPr/>
                    <a:lstStyle/>
                    <a:p>
                      <a:pPr>
                        <a:defRPr sz="1000"/>
                      </a:pPr>
                      <a:r>
                        <a:rPr lang="en-US" sz="900">
                          <a:latin typeface="+mn-lt"/>
                        </a:rPr>
                        <a:t>Deployment Frequency</a:t>
                      </a:r>
                      <a:r>
                        <a:rPr lang="en-US" sz="900" baseline="30000">
                          <a:latin typeface="+mn-lt"/>
                        </a:rPr>
                        <a:t>2</a:t>
                      </a:r>
                      <a:endParaRPr lang="en-US" sz="900">
                        <a:latin typeface="+mn-lt"/>
                      </a:endParaRP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225381">
                <a:tc>
                  <a:txBody>
                    <a:bodyPr/>
                    <a:lstStyle/>
                    <a:p>
                      <a:pPr>
                        <a:defRPr sz="1000"/>
                      </a:pPr>
                      <a:r>
                        <a:rPr lang="en-US" sz="900">
                          <a:latin typeface="+mn-lt"/>
                        </a:rPr>
                        <a:t>Lead Time for Changes</a:t>
                      </a:r>
                      <a:r>
                        <a:rPr lang="en-US" sz="900" baseline="30000">
                          <a:latin typeface="+mn-lt"/>
                        </a:rPr>
                        <a:t>2</a:t>
                      </a:r>
                      <a:endParaRPr lang="en-US" sz="900">
                        <a:latin typeface="+mn-lt"/>
                      </a:endParaRP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F02E1E1B-87D4-1914-320A-74F977049EF2}"/>
              </a:ext>
            </a:extLst>
          </p:cNvPr>
          <p:cNvSpPr txBox="1"/>
          <p:nvPr/>
        </p:nvSpPr>
        <p:spPr>
          <a:xfrm>
            <a:off x="4068972" y="5816178"/>
            <a:ext cx="4334364"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2D487399-13DB-1164-173A-DBE19528147E}"/>
              </a:ext>
            </a:extLst>
          </p:cNvPr>
          <p:cNvSpPr txBox="1"/>
          <p:nvPr/>
        </p:nvSpPr>
        <p:spPr>
          <a:xfrm>
            <a:off x="9068279" y="5218240"/>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2 Teams (11 Eng, 3 Test, 2 EM, 2 PM, 2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19" name="Graphic 18" descr="Badge 1 with solid fill">
            <a:extLst>
              <a:ext uri="{FF2B5EF4-FFF2-40B4-BE49-F238E27FC236}">
                <a16:creationId xmlns:a16="http://schemas.microsoft.com/office/drawing/2014/main" id="{D752AEB7-8679-E94D-EF29-0CF702BB65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2" name="Graphic 21" descr="Badge with solid fill">
            <a:extLst>
              <a:ext uri="{FF2B5EF4-FFF2-40B4-BE49-F238E27FC236}">
                <a16:creationId xmlns:a16="http://schemas.microsoft.com/office/drawing/2014/main" id="{54F67746-8291-1FF4-F397-8F3B52A223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4" name="Graphic 23" descr="Badge 3 with solid fill">
            <a:extLst>
              <a:ext uri="{FF2B5EF4-FFF2-40B4-BE49-F238E27FC236}">
                <a16:creationId xmlns:a16="http://schemas.microsoft.com/office/drawing/2014/main" id="{B11C8217-6CF2-BA24-08BA-117E4A2EA9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6" name="TextBox 25">
            <a:extLst>
              <a:ext uri="{FF2B5EF4-FFF2-40B4-BE49-F238E27FC236}">
                <a16:creationId xmlns:a16="http://schemas.microsoft.com/office/drawing/2014/main" id="{602BCFA2-0445-5F74-EEBA-E82EB578FC71}"/>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3" name="Table 2">
            <a:extLst>
              <a:ext uri="{FF2B5EF4-FFF2-40B4-BE49-F238E27FC236}">
                <a16:creationId xmlns:a16="http://schemas.microsoft.com/office/drawing/2014/main" id="{404735A1-0579-B02B-1E8F-83BEDDFE2427}"/>
              </a:ext>
            </a:extLst>
          </p:cNvPr>
          <p:cNvGraphicFramePr>
            <a:graphicFrameLocks noGrp="1"/>
          </p:cNvGraphicFramePr>
          <p:nvPr>
            <p:extLst>
              <p:ext uri="{D42A27DB-BD31-4B8C-83A1-F6EECF244321}">
                <p14:modId xmlns:p14="http://schemas.microsoft.com/office/powerpoint/2010/main" val="226488084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F98DA6A4-465F-12B4-BC8A-8AD5AA53F2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2" name="Graphic 11" descr="Badge with solid fill">
            <a:extLst>
              <a:ext uri="{FF2B5EF4-FFF2-40B4-BE49-F238E27FC236}">
                <a16:creationId xmlns:a16="http://schemas.microsoft.com/office/drawing/2014/main" id="{3D74714F-8261-5130-6379-B4EEE1789B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5" name="Graphic 14" descr="Badge 3 with solid fill">
            <a:extLst>
              <a:ext uri="{FF2B5EF4-FFF2-40B4-BE49-F238E27FC236}">
                <a16:creationId xmlns:a16="http://schemas.microsoft.com/office/drawing/2014/main" id="{7FC047BB-29A5-921E-248C-88D9A76D92C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9BD6AA8F-2352-42C0-A08C-EFD253AA45B0}"/>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26352A4B-0135-EBF6-856C-96869652CA24}"/>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9765795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PCTYTheme1">
  <a:themeElements>
    <a:clrScheme name="Paylocity">
      <a:dk1>
        <a:srgbClr val="323D48"/>
      </a:dk1>
      <a:lt1>
        <a:srgbClr val="F3F0EB"/>
      </a:lt1>
      <a:dk2>
        <a:srgbClr val="323D48"/>
      </a:dk2>
      <a:lt2>
        <a:srgbClr val="F3F0EB"/>
      </a:lt2>
      <a:accent1>
        <a:srgbClr val="FE8F1B"/>
      </a:accent1>
      <a:accent2>
        <a:srgbClr val="F3382E"/>
      </a:accent2>
      <a:accent3>
        <a:srgbClr val="323D48"/>
      </a:accent3>
      <a:accent4>
        <a:srgbClr val="9A9B9E"/>
      </a:accent4>
      <a:accent5>
        <a:srgbClr val="D6D0C9"/>
      </a:accent5>
      <a:accent6>
        <a:srgbClr val="0AB476"/>
      </a:accent6>
      <a:hlink>
        <a:srgbClr val="FE8F1B"/>
      </a:hlink>
      <a:folHlink>
        <a:srgbClr val="9A9B9E"/>
      </a:folHlink>
    </a:clrScheme>
    <a:fontScheme name="Paylocity">
      <a:majorFont>
        <a:latin typeface="Sofia Pro Black"/>
        <a:ea typeface=""/>
        <a:cs typeface=""/>
      </a:majorFont>
      <a:minorFont>
        <a:latin typeface="Sofia Pro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solidFill>
              <a:srgbClr val="323E48"/>
            </a:solidFill>
            <a:latin typeface="Sofia Pro Medium" pitchFamily="2" charset="77"/>
          </a:defRPr>
        </a:defPPr>
      </a:lstStyle>
    </a:txDef>
  </a:objectDefaults>
  <a:extraClrSchemeLst/>
  <a:extLst>
    <a:ext uri="{05A4C25C-085E-4340-85A3-A5531E510DB2}">
      <thm15:themeFamily xmlns:thm15="http://schemas.microsoft.com/office/thememl/2012/main" name="PCTYTheme1" id="{2431BC0A-C24E-4685-8D11-4B8E2FEF3364}" vid="{B3E427B4-9787-4136-84E8-DB6617D653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87A7451-7CF3-476E-B1CF-6826EDF2D7E2}">
  <we:reference id="31528f98-ce49-4be8-813f-563b29eaf64f" version="1.0.0.8" store="\\qa-sandbox-79\PowerpointPlugin" storeType="Filesystem"/>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e8f5afb-7d29-4c5b-9033-529d3dd00e99">
      <Terms xmlns="http://schemas.microsoft.com/office/infopath/2007/PartnerControls"/>
    </lcf76f155ced4ddcb4097134ff3c332f>
    <TaxCatchAll xmlns="31b58159-4d25-4711-9f68-ac9caac7db2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CA2CEB37FDAC459E7C74384661540E" ma:contentTypeVersion="11" ma:contentTypeDescription="Create a new document." ma:contentTypeScope="" ma:versionID="8c99af61ab0010611d36cddf7dae2d6b">
  <xsd:schema xmlns:xsd="http://www.w3.org/2001/XMLSchema" xmlns:xs="http://www.w3.org/2001/XMLSchema" xmlns:p="http://schemas.microsoft.com/office/2006/metadata/properties" xmlns:ns2="be8f5afb-7d29-4c5b-9033-529d3dd00e99" xmlns:ns3="31b58159-4d25-4711-9f68-ac9caac7db23" targetNamespace="http://schemas.microsoft.com/office/2006/metadata/properties" ma:root="true" ma:fieldsID="d5026789a9a0f066fc9bcae919449729" ns2:_="" ns3:_="">
    <xsd:import namespace="be8f5afb-7d29-4c5b-9033-529d3dd00e99"/>
    <xsd:import namespace="31b58159-4d25-4711-9f68-ac9caac7db2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8f5afb-7d29-4c5b-9033-529d3dd00e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e9f22c1-9fc5-4bf7-a245-5d248528110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b58159-4d25-4711-9f68-ac9caac7db2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c4b13bc-6baf-4a31-85a2-84b987b5b59c}" ma:internalName="TaxCatchAll" ma:showField="CatchAllData" ma:web="31b58159-4d25-4711-9f68-ac9caac7db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7D856F-4852-4218-A5B4-E56F9D3BCD0B}">
  <ds:schemaRefs>
    <ds:schemaRef ds:uri="http://purl.org/dc/elements/1.1/"/>
    <ds:schemaRef ds:uri="http://www.w3.org/XML/1998/namespace"/>
    <ds:schemaRef ds:uri="be8f5afb-7d29-4c5b-9033-529d3dd00e99"/>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31b58159-4d25-4711-9f68-ac9caac7db23"/>
    <ds:schemaRef ds:uri="http://purl.org/dc/dcmitype/"/>
  </ds:schemaRefs>
</ds:datastoreItem>
</file>

<file path=customXml/itemProps2.xml><?xml version="1.0" encoding="utf-8"?>
<ds:datastoreItem xmlns:ds="http://schemas.openxmlformats.org/officeDocument/2006/customXml" ds:itemID="{BD0AD7EE-0593-44FF-87EF-4197AB4683CC}">
  <ds:schemaRefs>
    <ds:schemaRef ds:uri="http://schemas.microsoft.com/sharepoint/v3/contenttype/forms"/>
  </ds:schemaRefs>
</ds:datastoreItem>
</file>

<file path=customXml/itemProps3.xml><?xml version="1.0" encoding="utf-8"?>
<ds:datastoreItem xmlns:ds="http://schemas.openxmlformats.org/officeDocument/2006/customXml" ds:itemID="{F0EE5A2A-BA9A-4865-8584-76F22A0E9592}">
  <ds:schemaRefs>
    <ds:schemaRef ds:uri="31b58159-4d25-4711-9f68-ac9caac7db23"/>
    <ds:schemaRef ds:uri="be8f5afb-7d29-4c5b-9033-529d3dd00e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e0d9abbc-a5c2-4590-aa27-86b9a8be4f6e}" enabled="0" method="" siteId="{e0d9abbc-a5c2-4590-aa27-86b9a8be4f6e}" removed="1"/>
</clbl:labelList>
</file>

<file path=docProps/app.xml><?xml version="1.0" encoding="utf-8"?>
<Properties xmlns="http://schemas.openxmlformats.org/officeDocument/2006/extended-properties" xmlns:vt="http://schemas.openxmlformats.org/officeDocument/2006/docPropsVTypes">
  <Template>office theme</Template>
  <TotalTime>2</TotalTime>
  <Words>5728</Words>
  <Application>Microsoft Office PowerPoint</Application>
  <PresentationFormat>Widescreen</PresentationFormat>
  <Paragraphs>1354</Paragraphs>
  <Slides>10</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Aptos</vt:lpstr>
      <vt:lpstr>Arial</vt:lpstr>
      <vt:lpstr>Calibri</vt:lpstr>
      <vt:lpstr>Courier New</vt:lpstr>
      <vt:lpstr>Segoe UI</vt:lpstr>
      <vt:lpstr>Sofia Pro Black</vt:lpstr>
      <vt:lpstr>Sofia Pro Medium</vt:lpstr>
      <vt:lpstr>System Font Regular</vt:lpstr>
      <vt:lpstr>Wingdings</vt:lpstr>
      <vt:lpstr>Wingdings,Sans-Serif</vt:lpstr>
      <vt:lpstr>1_PCTYTheme1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 Plan &amp; Timeline</dc:title>
  <dc:creator>Dan Schiff</dc:creator>
  <cp:lastModifiedBy>Dan Schiff</cp:lastModifiedBy>
  <cp:revision>2</cp:revision>
  <dcterms:created xsi:type="dcterms:W3CDTF">2025-12-18T20:50:56Z</dcterms:created>
  <dcterms:modified xsi:type="dcterms:W3CDTF">2026-04-01T15:56:20Z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0x010100D1CA2CEB37FDAC459E7C74384661540E</vt:lpwstr>
  </property>
  <property fmtid="{D5CDD505-2E9C-101B-9397-08002B2CF9AE}" pid="3" name="MediaServiceImageTags">
    <vt:lpwstr/>
  </property>
</Properties>
</file>